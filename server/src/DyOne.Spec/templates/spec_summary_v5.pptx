
<file path=[Content_Types].xml><?xml version="1.0" encoding="utf-8"?>
<Types xmlns="http://schemas.openxmlformats.org/package/2006/content-types">
  <Default Extension="emf" ContentType="image/x-emf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embeddings/Microsoft_PowerPoint_Presentation.pptx" ContentType="application/vnd.openxmlformats-officedocument.presentationml.presentation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9" r:id="rId1"/>
    <p:sldMasterId id="2147483673" r:id="rId2"/>
    <p:sldMasterId id="2147483713" r:id="rId3"/>
    <p:sldMasterId id="2147483723" r:id="rId4"/>
    <p:sldMasterId id="2147483747" r:id="rId5"/>
  </p:sldMasterIdLst>
  <p:notesMasterIdLst>
    <p:notesMasterId r:id="rId12"/>
  </p:notesMasterIdLst>
  <p:handoutMasterIdLst>
    <p:handoutMasterId r:id="rId13"/>
  </p:handoutMasterIdLst>
  <p:sldIdLst>
    <p:sldId id="341" r:id="rId6"/>
    <p:sldId id="348" r:id="rId7"/>
    <p:sldId id="350" r:id="rId8"/>
    <p:sldId id="351" r:id="rId9"/>
    <p:sldId id="352" r:id="rId10"/>
    <p:sldId id="342" r:id="rId11"/>
  </p:sldIdLst>
  <p:sldSz cx="17068800" cy="9601200"/>
  <p:notesSz cx="9926638" cy="14355763"/>
  <p:defaultTextStyle>
    <a:defPPr>
      <a:defRPr lang="ko-KR"/>
    </a:defPPr>
    <a:lvl1pPr marL="0" algn="l" defTabSz="1074979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1pPr>
    <a:lvl2pPr marL="537490" algn="l" defTabSz="1074979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2pPr>
    <a:lvl3pPr marL="1074979" algn="l" defTabSz="1074979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3pPr>
    <a:lvl4pPr marL="1612470" algn="l" defTabSz="1074979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4pPr>
    <a:lvl5pPr marL="2149961" algn="l" defTabSz="1074979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5pPr>
    <a:lvl6pPr marL="2687450" algn="l" defTabSz="1074979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6pPr>
    <a:lvl7pPr marL="3224940" algn="l" defTabSz="1074979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7pPr>
    <a:lvl8pPr marL="3762429" algn="l" defTabSz="1074979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8pPr>
    <a:lvl9pPr marL="4299922" algn="l" defTabSz="1074979" rtl="0" eaLnBrk="1" latinLnBrk="1" hangingPunct="1">
      <a:defRPr sz="21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5183" userDrawn="1">
          <p15:clr>
            <a:srgbClr val="A4A3A4"/>
          </p15:clr>
        </p15:guide>
        <p15:guide id="2" pos="4423" userDrawn="1">
          <p15:clr>
            <a:srgbClr val="A4A3A4"/>
          </p15:clr>
        </p15:guide>
        <p15:guide id="3" pos="2264" userDrawn="1">
          <p15:clr>
            <a:srgbClr val="A4A3A4"/>
          </p15:clr>
        </p15:guide>
        <p15:guide id="4" pos="231" userDrawn="1">
          <p15:clr>
            <a:srgbClr val="A4A3A4"/>
          </p15:clr>
        </p15:guide>
        <p15:guide id="5" orient="horz" pos="484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FFCC"/>
    <a:srgbClr val="FCC742"/>
    <a:srgbClr val="FBD843"/>
    <a:srgbClr val="0070C0"/>
    <a:srgbClr val="94F61E"/>
    <a:srgbClr val="5D4DD7"/>
    <a:srgbClr val="FF00FF"/>
    <a:srgbClr val="69E010"/>
    <a:srgbClr val="FDD36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8066" autoAdjust="0"/>
    <p:restoredTop sz="94072" autoAdjust="0"/>
  </p:normalViewPr>
  <p:slideViewPr>
    <p:cSldViewPr>
      <p:cViewPr>
        <p:scale>
          <a:sx n="50" d="100"/>
          <a:sy n="50" d="100"/>
        </p:scale>
        <p:origin x="509" y="230"/>
      </p:cViewPr>
      <p:guideLst>
        <p:guide orient="horz" pos="5183"/>
        <p:guide pos="4423"/>
        <p:guide pos="2264"/>
        <p:guide pos="231"/>
        <p:guide orient="horz" pos="484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>
      <p:cViewPr varScale="1">
        <p:scale>
          <a:sx n="87" d="100"/>
          <a:sy n="87" d="100"/>
        </p:scale>
        <p:origin x="3762" y="72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Master" Target="slideMasters/slideMaster2.xml"/><Relationship Id="rId3" Type="http://schemas.openxmlformats.org/officeDocument/2006/relationships/slideMaster" Target="slideMasters/slideMaster3.xml"/><Relationship Id="rId4" Type="http://schemas.openxmlformats.org/officeDocument/2006/relationships/slideMaster" Target="slideMasters/slideMaster4.xml"/><Relationship Id="rId5" Type="http://schemas.openxmlformats.org/officeDocument/2006/relationships/slideMaster" Target="slideMasters/slideMaster5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<Relationship Id="rId10" Type="http://schemas.openxmlformats.org/officeDocument/2006/relationships/slide" Target="slides/slide5.xml"/><Relationship Id="rId11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3" Type="http://schemas.openxmlformats.org/officeDocument/2006/relationships/handoutMaster" Target="handoutMasters/handout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720282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l">
              <a:defRPr sz="17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5622799" y="0"/>
            <a:ext cx="4301543" cy="720282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r">
              <a:defRPr sz="1700"/>
            </a:lvl1pPr>
          </a:lstStyle>
          <a:p>
            <a:fld id="{682C95C6-AA5C-463F-90EA-2463CD1164C8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13635485"/>
            <a:ext cx="4301543" cy="720280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l">
              <a:defRPr sz="17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5622799" y="13635485"/>
            <a:ext cx="4301543" cy="720280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r">
              <a:defRPr sz="1700"/>
            </a:lvl1pPr>
          </a:lstStyle>
          <a:p>
            <a:fld id="{E07F6B26-0A96-4FE4-90DA-C9B1684A33E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8929350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4301543" cy="717788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l">
              <a:defRPr sz="17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5622799" y="0"/>
            <a:ext cx="4301543" cy="717788"/>
          </a:xfrm>
          <a:prstGeom prst="rect">
            <a:avLst/>
          </a:prstGeom>
        </p:spPr>
        <p:txBody>
          <a:bodyPr vert="horz" lIns="132762" tIns="66381" rIns="132762" bIns="66381" rtlCol="0"/>
          <a:lstStyle>
            <a:lvl1pPr algn="r">
              <a:defRPr sz="1700"/>
            </a:lvl1pPr>
          </a:lstStyle>
          <a:p>
            <a:fld id="{56333A41-19D3-49D7-975E-1E49361A4976}" type="datetimeFigureOut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77800" y="1076325"/>
            <a:ext cx="9571038" cy="53848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132762" tIns="66381" rIns="132762" bIns="6638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992665" y="6818988"/>
            <a:ext cx="7941310" cy="6460093"/>
          </a:xfrm>
          <a:prstGeom prst="rect">
            <a:avLst/>
          </a:prstGeom>
        </p:spPr>
        <p:txBody>
          <a:bodyPr vert="horz" lIns="132762" tIns="66381" rIns="132762" bIns="66381" rtlCol="0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13635483"/>
            <a:ext cx="4301543" cy="717788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l">
              <a:defRPr sz="17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5622799" y="13635483"/>
            <a:ext cx="4301543" cy="717788"/>
          </a:xfrm>
          <a:prstGeom prst="rect">
            <a:avLst/>
          </a:prstGeom>
        </p:spPr>
        <p:txBody>
          <a:bodyPr vert="horz" lIns="132762" tIns="66381" rIns="132762" bIns="66381" rtlCol="0" anchor="b"/>
          <a:lstStyle>
            <a:lvl1pPr algn="r">
              <a:defRPr sz="1700"/>
            </a:lvl1pPr>
          </a:lstStyle>
          <a:p>
            <a:fld id="{4170F9B7-33F9-4A1D-85A7-98A21510F717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8" name="TextBox 7"/>
          <p:cNvSpPr txBox="1"/>
          <p:nvPr/>
        </p:nvSpPr>
        <p:spPr>
          <a:xfrm>
            <a:off x="6526744" y="1074193"/>
            <a:ext cx="3013317" cy="400592"/>
          </a:xfrm>
          <a:prstGeom prst="rect">
            <a:avLst/>
          </a:prstGeom>
          <a:noFill/>
        </p:spPr>
        <p:txBody>
          <a:bodyPr wrap="square" lIns="132762" tIns="66381" rIns="132762" bIns="66381" rtlCol="0">
            <a:spAutoFit/>
          </a:bodyPr>
          <a:lstStyle/>
          <a:p>
            <a:r>
              <a:rPr lang="en-US" altLang="ko-KR" sz="1700" dirty="0"/>
              <a:t>www.doolim-yaskawa.com</a:t>
            </a:r>
            <a:endParaRPr lang="ko-KR" altLang="en-US" sz="1700" dirty="0"/>
          </a:p>
        </p:txBody>
      </p:sp>
    </p:spTree>
    <p:extLst>
      <p:ext uri="{BB962C8B-B14F-4D97-AF65-F5344CB8AC3E}">
        <p14:creationId xmlns:p14="http://schemas.microsoft.com/office/powerpoint/2010/main" val="40264579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074979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1pPr>
    <a:lvl2pPr marL="537490" algn="l" defTabSz="1074979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2pPr>
    <a:lvl3pPr marL="1074979" algn="l" defTabSz="1074979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3pPr>
    <a:lvl4pPr marL="1612470" algn="l" defTabSz="1074979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4pPr>
    <a:lvl5pPr marL="2149961" algn="l" defTabSz="1074979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5pPr>
    <a:lvl6pPr marL="2687450" algn="l" defTabSz="1074979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6pPr>
    <a:lvl7pPr marL="3224940" algn="l" defTabSz="1074979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7pPr>
    <a:lvl8pPr marL="3762429" algn="l" defTabSz="1074979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8pPr>
    <a:lvl9pPr marL="4299922" algn="l" defTabSz="1074979" rtl="0" eaLnBrk="1" latinLnBrk="1" hangingPunct="1">
      <a:defRPr sz="1411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77800" y="1076325"/>
            <a:ext cx="9571038" cy="53848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70F9B7-33F9-4A1D-85A7-98A21510F717}" type="slidenum">
              <a:rPr lang="ko-KR" altLang="en-US" smtClean="0"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604587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77800" y="1076325"/>
            <a:ext cx="9571038" cy="5384800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170F9B7-33F9-4A1D-85A7-98A21510F717}" type="slidenum">
              <a:rPr lang="ko-KR" altLang="en-US" smtClean="0"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466382612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png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Relationship Id="rId2" Type="http://schemas.openxmlformats.org/officeDocument/2006/relationships/image" Target="../media/image6.png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Relationship Id="rId2" Type="http://schemas.openxmlformats.org/officeDocument/2006/relationships/image" Target="../media/image6.png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5.xml"/><Relationship Id="rId2" Type="http://schemas.openxmlformats.org/officeDocument/2006/relationships/image" Target="../media/image6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4592595" y="3389248"/>
            <a:ext cx="12310223" cy="1055481"/>
          </a:xfrm>
          <a:prstGeom prst="rect">
            <a:avLst/>
          </a:prstGeom>
        </p:spPr>
        <p:txBody>
          <a:bodyPr/>
          <a:lstStyle>
            <a:lvl1pPr marL="0" marR="0" indent="0" algn="l" defTabSz="960221" rtl="0" eaLnBrk="1" fontAlgn="auto" latinLnBrk="1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200" b="1" i="0" baseline="0">
                <a:latin typeface="+mj-lt"/>
                <a:ea typeface="+mn-ea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4" hasCustomPrompt="1"/>
          </p:nvPr>
        </p:nvSpPr>
        <p:spPr>
          <a:xfrm>
            <a:off x="11559129" y="6514391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2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지사 </a:t>
            </a:r>
            <a:r>
              <a:rPr lang="en-US" altLang="ko-KR" dirty="0"/>
              <a:t>/</a:t>
            </a:r>
            <a:r>
              <a:rPr lang="ko-KR" altLang="en-US" dirty="0"/>
              <a:t>소속부서</a:t>
            </a:r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5" hasCustomPrompt="1"/>
          </p:nvPr>
        </p:nvSpPr>
        <p:spPr>
          <a:xfrm>
            <a:off x="11559129" y="7034966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2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이름 </a:t>
            </a:r>
          </a:p>
        </p:txBody>
      </p:sp>
    </p:spTree>
    <p:extLst>
      <p:ext uri="{BB962C8B-B14F-4D97-AF65-F5344CB8AC3E}">
        <p14:creationId xmlns:p14="http://schemas.microsoft.com/office/powerpoint/2010/main" val="22914527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_IC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6263873" y="3459017"/>
            <a:ext cx="6784791" cy="4278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2100" b="1" baseline="0" dirty="0"/>
            </a:lvl1pPr>
          </a:lstStyle>
          <a:p>
            <a:pPr lvl="0"/>
            <a:r>
              <a:rPr lang="en-US" altLang="ko-KR" dirty="0"/>
              <a:t>Subject 1</a:t>
            </a:r>
            <a:endParaRPr lang="ko-KR" altLang="en-US" dirty="0"/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6262864" y="3907641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20" name="텍스트 개체 틀 13"/>
          <p:cNvSpPr>
            <a:spLocks noGrp="1"/>
          </p:cNvSpPr>
          <p:nvPr>
            <p:ph type="body" sz="quarter" idx="12" hasCustomPrompt="1"/>
          </p:nvPr>
        </p:nvSpPr>
        <p:spPr>
          <a:xfrm>
            <a:off x="6256033" y="5094417"/>
            <a:ext cx="6784791" cy="4278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2100" b="1" dirty="0"/>
            </a:lvl1pPr>
          </a:lstStyle>
          <a:p>
            <a:pPr lvl="0"/>
            <a:r>
              <a:rPr lang="en-US" altLang="ko-KR" dirty="0"/>
              <a:t>Subject 2</a:t>
            </a:r>
            <a:endParaRPr lang="ko-KR" altLang="en-US" dirty="0"/>
          </a:p>
        </p:txBody>
      </p:sp>
      <p:sp>
        <p:nvSpPr>
          <p:cNvPr id="21" name="텍스트 개체 틀 17"/>
          <p:cNvSpPr>
            <a:spLocks noGrp="1"/>
          </p:cNvSpPr>
          <p:nvPr>
            <p:ph type="body" sz="quarter" idx="13" hasCustomPrompt="1"/>
          </p:nvPr>
        </p:nvSpPr>
        <p:spPr>
          <a:xfrm>
            <a:off x="6255024" y="5543040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YASKAWA Painting Shop Solution Provider</a:t>
            </a:r>
            <a:endParaRPr lang="ko-KR" altLang="en-US" dirty="0"/>
          </a:p>
        </p:txBody>
      </p:sp>
      <p:sp>
        <p:nvSpPr>
          <p:cNvPr id="6" name="텍스트 개체 틀 17"/>
          <p:cNvSpPr>
            <a:spLocks noGrp="1"/>
          </p:cNvSpPr>
          <p:nvPr>
            <p:ph type="body" sz="quarter" idx="14" hasCustomPrompt="1"/>
          </p:nvPr>
        </p:nvSpPr>
        <p:spPr>
          <a:xfrm>
            <a:off x="6255024" y="4273520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7" name="텍스트 개체 틀 17"/>
          <p:cNvSpPr>
            <a:spLocks noGrp="1"/>
          </p:cNvSpPr>
          <p:nvPr>
            <p:ph type="body" sz="quarter" idx="15" hasCustomPrompt="1"/>
          </p:nvPr>
        </p:nvSpPr>
        <p:spPr>
          <a:xfrm>
            <a:off x="6255024" y="6074260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YASKAWA Painting Shop Solution Provider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6" hasCustomPrompt="1"/>
          </p:nvPr>
        </p:nvSpPr>
        <p:spPr>
          <a:xfrm>
            <a:off x="4703079" y="3458215"/>
            <a:ext cx="1310992" cy="10842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icon</a:t>
            </a:r>
            <a:endParaRPr lang="ko-KR" altLang="en-US" dirty="0"/>
          </a:p>
        </p:txBody>
      </p:sp>
      <p:sp>
        <p:nvSpPr>
          <p:cNvPr id="12" name="텍스트 개체 틀 4"/>
          <p:cNvSpPr>
            <a:spLocks noGrp="1"/>
          </p:cNvSpPr>
          <p:nvPr>
            <p:ph type="body" sz="quarter" idx="17" hasCustomPrompt="1"/>
          </p:nvPr>
        </p:nvSpPr>
        <p:spPr>
          <a:xfrm>
            <a:off x="4768961" y="5086909"/>
            <a:ext cx="1310992" cy="108423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/>
            </a:lvl1pPr>
          </a:lstStyle>
          <a:p>
            <a:pPr lvl="0"/>
            <a:r>
              <a:rPr lang="en-US" altLang="ko-KR" dirty="0"/>
              <a:t>icon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6126793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dex-Box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텍스트 개체 틀 8"/>
          <p:cNvSpPr>
            <a:spLocks noGrp="1"/>
          </p:cNvSpPr>
          <p:nvPr>
            <p:ph type="body" sz="quarter" idx="16" hasCustomPrompt="1"/>
          </p:nvPr>
        </p:nvSpPr>
        <p:spPr>
          <a:xfrm>
            <a:off x="5106372" y="2600292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520" b="1" baseline="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altLang="ko-KR" dirty="0"/>
              <a:t>Index1</a:t>
            </a:r>
            <a:endParaRPr lang="ko-KR" altLang="en-US" dirty="0"/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7" hasCustomPrompt="1"/>
          </p:nvPr>
        </p:nvSpPr>
        <p:spPr>
          <a:xfrm>
            <a:off x="5106372" y="4139497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l">
              <a:buNone/>
              <a:defRPr sz="2520" b="1" baseline="0">
                <a:solidFill>
                  <a:srgbClr val="002060"/>
                </a:solidFill>
              </a:defRPr>
            </a:lvl1pPr>
          </a:lstStyle>
          <a:p>
            <a:pPr lvl="0"/>
            <a:r>
              <a:rPr lang="en-US" altLang="ko-KR" dirty="0"/>
              <a:t>Index2</a:t>
            </a:r>
            <a:endParaRPr lang="ko-KR" altLang="en-US" dirty="0"/>
          </a:p>
        </p:txBody>
      </p:sp>
      <p:sp>
        <p:nvSpPr>
          <p:cNvPr id="12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5106372" y="3187621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13" name="텍스트 개체 틀 17"/>
          <p:cNvSpPr>
            <a:spLocks noGrp="1"/>
          </p:cNvSpPr>
          <p:nvPr>
            <p:ph type="body" sz="quarter" idx="19" hasCustomPrompt="1"/>
          </p:nvPr>
        </p:nvSpPr>
        <p:spPr>
          <a:xfrm>
            <a:off x="5106372" y="3590866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14" name="텍스트 개체 틀 17"/>
          <p:cNvSpPr>
            <a:spLocks noGrp="1"/>
          </p:cNvSpPr>
          <p:nvPr>
            <p:ph type="body" sz="quarter" idx="20" hasCustomPrompt="1"/>
          </p:nvPr>
        </p:nvSpPr>
        <p:spPr>
          <a:xfrm>
            <a:off x="5106372" y="4734187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15" name="텍스트 개체 틀 17"/>
          <p:cNvSpPr>
            <a:spLocks noGrp="1"/>
          </p:cNvSpPr>
          <p:nvPr>
            <p:ph type="body" sz="quarter" idx="21" hasCustomPrompt="1"/>
          </p:nvPr>
        </p:nvSpPr>
        <p:spPr>
          <a:xfrm>
            <a:off x="5106372" y="5121507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201866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d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672" y="-139147"/>
            <a:ext cx="17068800" cy="9755425"/>
          </a:xfrm>
          <a:prstGeom prst="rect">
            <a:avLst/>
          </a:prstGeom>
          <a:solidFill>
            <a:srgbClr val="005C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23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214" y="4459451"/>
            <a:ext cx="7877724" cy="65904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641765" y="8933864"/>
            <a:ext cx="5788620" cy="3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7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 2018 DOOLIM-YASAKAWA CORPORATION</a:t>
            </a:r>
            <a:endParaRPr lang="ko-KR" altLang="en-US" sz="147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72357205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사용자 지정 레이아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90ED5EC-456D-4A09-B110-B7E971E7501A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424B503-5616-4F79-A092-63F8BBF3145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6" name="矩形 22"/>
          <p:cNvSpPr>
            <a:spLocks noChangeArrowheads="1"/>
          </p:cNvSpPr>
          <p:nvPr userDrawn="1"/>
        </p:nvSpPr>
        <p:spPr bwMode="auto">
          <a:xfrm>
            <a:off x="-11113" y="145790"/>
            <a:ext cx="97792" cy="64674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90" dirty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006154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_미괄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 hasCustomPrompt="1"/>
          </p:nvPr>
        </p:nvSpPr>
        <p:spPr>
          <a:xfrm>
            <a:off x="164055" y="121957"/>
            <a:ext cx="16738765" cy="686092"/>
          </a:xfrm>
        </p:spPr>
        <p:txBody>
          <a:bodyPr>
            <a:normAutofit/>
          </a:bodyPr>
          <a:lstStyle>
            <a:lvl1pPr algn="l">
              <a:defRPr sz="2520" b="1">
                <a:solidFill>
                  <a:srgbClr val="0070C0"/>
                </a:solidFill>
              </a:defRPr>
            </a:lvl1pPr>
          </a:lstStyle>
          <a:p>
            <a:r>
              <a:rPr lang="en-US" altLang="ko-KR" dirty="0"/>
              <a:t>Title-24pt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 hasCustomPrompt="1"/>
          </p:nvPr>
        </p:nvSpPr>
        <p:spPr>
          <a:xfrm>
            <a:off x="972579" y="1977887"/>
            <a:ext cx="7368716" cy="4939749"/>
          </a:xfrm>
        </p:spPr>
        <p:txBody>
          <a:bodyPr>
            <a:normAutofit/>
          </a:bodyPr>
          <a:lstStyle>
            <a:lvl1pPr marL="480111" indent="-480111">
              <a:buFont typeface="맑은 고딕" panose="020B0503020000020004" pitchFamily="50" charset="-127"/>
              <a:buChar char="»"/>
              <a:defRPr sz="1680"/>
            </a:lvl1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11" name="矩形 22"/>
          <p:cNvSpPr>
            <a:spLocks noChangeArrowheads="1"/>
          </p:cNvSpPr>
          <p:nvPr userDrawn="1"/>
        </p:nvSpPr>
        <p:spPr bwMode="auto">
          <a:xfrm>
            <a:off x="-11113" y="145790"/>
            <a:ext cx="97792" cy="64674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90" dirty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  <p:sp>
        <p:nvSpPr>
          <p:cNvPr id="14" name="내용 개체 틀 2"/>
          <p:cNvSpPr>
            <a:spLocks noGrp="1"/>
          </p:cNvSpPr>
          <p:nvPr>
            <p:ph idx="13" hasCustomPrompt="1"/>
          </p:nvPr>
        </p:nvSpPr>
        <p:spPr>
          <a:xfrm>
            <a:off x="8564465" y="1977887"/>
            <a:ext cx="7368716" cy="4939749"/>
          </a:xfrm>
        </p:spPr>
        <p:txBody>
          <a:bodyPr>
            <a:normAutofit/>
          </a:bodyPr>
          <a:lstStyle>
            <a:lvl1pPr marL="360082" indent="-360082">
              <a:buFont typeface="맑은 고딕" panose="020B0503020000020004" pitchFamily="50" charset="-127"/>
              <a:buChar char="»"/>
              <a:defRPr sz="1680"/>
            </a:lvl1pPr>
          </a:lstStyle>
          <a:p>
            <a:pPr lvl="0"/>
            <a:r>
              <a:rPr lang="en-US" altLang="ko-KR" dirty="0"/>
              <a:t>Contents</a:t>
            </a:r>
            <a:endParaRPr lang="ko-KR" altLang="en-US" dirty="0"/>
          </a:p>
        </p:txBody>
      </p:sp>
      <p:sp>
        <p:nvSpPr>
          <p:cNvPr id="15" name="내용 개체 틀 2"/>
          <p:cNvSpPr>
            <a:spLocks noGrp="1"/>
          </p:cNvSpPr>
          <p:nvPr>
            <p:ph idx="14" hasCustomPrompt="1"/>
          </p:nvPr>
        </p:nvSpPr>
        <p:spPr>
          <a:xfrm>
            <a:off x="164055" y="808054"/>
            <a:ext cx="16738765" cy="806021"/>
          </a:xfrm>
        </p:spPr>
        <p:txBody>
          <a:bodyPr>
            <a:normAutofit/>
          </a:bodyPr>
          <a:lstStyle>
            <a:lvl1pPr marL="0" indent="0">
              <a:buNone/>
              <a:defRPr sz="189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Status – 18pt (</a:t>
            </a:r>
            <a:r>
              <a:rPr lang="ko-KR" altLang="en-US" dirty="0"/>
              <a:t>삭제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  <p:cxnSp>
        <p:nvCxnSpPr>
          <p:cNvPr id="5" name="직선 연결선 4"/>
          <p:cNvCxnSpPr/>
          <p:nvPr userDrawn="1"/>
        </p:nvCxnSpPr>
        <p:spPr>
          <a:xfrm>
            <a:off x="679899" y="6716013"/>
            <a:ext cx="15769124" cy="0"/>
          </a:xfrm>
          <a:prstGeom prst="line">
            <a:avLst/>
          </a:prstGeom>
          <a:ln w="12700">
            <a:solidFill>
              <a:srgbClr val="0070C0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텍스트 개체 틀 6"/>
          <p:cNvSpPr>
            <a:spLocks noGrp="1"/>
          </p:cNvSpPr>
          <p:nvPr>
            <p:ph type="body" sz="quarter" idx="15" hasCustomPrompt="1"/>
          </p:nvPr>
        </p:nvSpPr>
        <p:spPr>
          <a:xfrm>
            <a:off x="680178" y="7623175"/>
            <a:ext cx="15768468" cy="120904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</a:lstStyle>
          <a:p>
            <a:pPr lvl="0"/>
            <a:r>
              <a:rPr lang="en-US" altLang="ko-KR" dirty="0"/>
              <a:t>Summary – 16pt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9881462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s_두괄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 hasCustomPrompt="1"/>
          </p:nvPr>
        </p:nvSpPr>
        <p:spPr>
          <a:xfrm>
            <a:off x="164056" y="121957"/>
            <a:ext cx="16637941" cy="686092"/>
          </a:xfrm>
        </p:spPr>
        <p:txBody>
          <a:bodyPr>
            <a:normAutofit/>
          </a:bodyPr>
          <a:lstStyle>
            <a:lvl1pPr algn="l">
              <a:defRPr sz="2520" b="1" baseline="0">
                <a:solidFill>
                  <a:srgbClr val="0070C0"/>
                </a:solidFill>
              </a:defRPr>
            </a:lvl1pPr>
          </a:lstStyle>
          <a:p>
            <a:r>
              <a:rPr lang="en-US" altLang="ko-KR" dirty="0"/>
              <a:t>Title (</a:t>
            </a:r>
            <a:r>
              <a:rPr lang="ko-KR" altLang="en-US" dirty="0" err="1"/>
              <a:t>맑은고딕</a:t>
            </a:r>
            <a:r>
              <a:rPr lang="en-US" altLang="ko-KR" dirty="0"/>
              <a:t>) -24pt</a:t>
            </a:r>
            <a:endParaRPr lang="ko-KR" altLang="en-US" dirty="0"/>
          </a:p>
        </p:txBody>
      </p:sp>
      <p:sp>
        <p:nvSpPr>
          <p:cNvPr id="7" name="矩形 22"/>
          <p:cNvSpPr>
            <a:spLocks noChangeArrowheads="1"/>
          </p:cNvSpPr>
          <p:nvPr userDrawn="1"/>
        </p:nvSpPr>
        <p:spPr bwMode="auto">
          <a:xfrm>
            <a:off x="-11113" y="145790"/>
            <a:ext cx="97792" cy="64674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90" dirty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  <p:sp>
        <p:nvSpPr>
          <p:cNvPr id="10" name="텍스트 개체 틀 6"/>
          <p:cNvSpPr>
            <a:spLocks noGrp="1"/>
          </p:cNvSpPr>
          <p:nvPr>
            <p:ph type="body" sz="quarter" idx="15" hasCustomPrompt="1"/>
          </p:nvPr>
        </p:nvSpPr>
        <p:spPr>
          <a:xfrm>
            <a:off x="680178" y="1036031"/>
            <a:ext cx="15768468" cy="1209040"/>
          </a:xfrm>
        </p:spPr>
        <p:txBody>
          <a:bodyPr>
            <a:normAutofit/>
          </a:bodyPr>
          <a:lstStyle>
            <a:lvl1pPr marL="0" indent="0">
              <a:buNone/>
              <a:defRPr sz="1680"/>
            </a:lvl1pPr>
          </a:lstStyle>
          <a:p>
            <a:pPr lvl="0"/>
            <a:r>
              <a:rPr lang="en-US" altLang="ko-KR" dirty="0"/>
              <a:t>Summary – 16pt</a:t>
            </a:r>
            <a:endParaRPr lang="ko-KR" altLang="en-US" dirty="0"/>
          </a:p>
        </p:txBody>
      </p:sp>
      <p:sp>
        <p:nvSpPr>
          <p:cNvPr id="11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853441" y="3044826"/>
            <a:ext cx="7541684" cy="5531803"/>
          </a:xfrm>
        </p:spPr>
        <p:txBody>
          <a:bodyPr/>
          <a:lstStyle>
            <a:lvl1pPr marL="360082" indent="-360082">
              <a:buFont typeface="맑은 고딕" panose="020B0503020000020004" pitchFamily="50" charset="-127"/>
              <a:buChar char="»"/>
              <a:defRPr sz="2520"/>
            </a:lvl1pPr>
            <a:lvl2pPr>
              <a:defRPr sz="2100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 altLang="ko-KR" dirty="0"/>
              <a:t>1</a:t>
            </a:r>
          </a:p>
          <a:p>
            <a:pPr lvl="0"/>
            <a:r>
              <a:rPr lang="en-US" altLang="ko-KR" dirty="0"/>
              <a:t>2</a:t>
            </a:r>
          </a:p>
          <a:p>
            <a:pPr lvl="0"/>
            <a:endParaRPr lang="en-US" altLang="ko-KR" dirty="0"/>
          </a:p>
        </p:txBody>
      </p:sp>
      <p:sp>
        <p:nvSpPr>
          <p:cNvPr id="12" name="내용 개체 틀 5"/>
          <p:cNvSpPr>
            <a:spLocks noGrp="1"/>
          </p:cNvSpPr>
          <p:nvPr>
            <p:ph sz="quarter" idx="4"/>
          </p:nvPr>
        </p:nvSpPr>
        <p:spPr>
          <a:xfrm>
            <a:off x="8670718" y="3044826"/>
            <a:ext cx="7544647" cy="5531803"/>
          </a:xfrm>
        </p:spPr>
        <p:txBody>
          <a:bodyPr/>
          <a:lstStyle>
            <a:lvl1pPr>
              <a:defRPr sz="2520"/>
            </a:lvl1pPr>
            <a:lvl2pPr>
              <a:defRPr sz="2100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</p:spTree>
    <p:extLst>
      <p:ext uri="{BB962C8B-B14F-4D97-AF65-F5344CB8AC3E}">
        <p14:creationId xmlns:p14="http://schemas.microsoft.com/office/powerpoint/2010/main" val="9274577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nets_grap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제목 1"/>
          <p:cNvSpPr>
            <a:spLocks noGrp="1"/>
          </p:cNvSpPr>
          <p:nvPr>
            <p:ph type="title" hasCustomPrompt="1"/>
          </p:nvPr>
        </p:nvSpPr>
        <p:spPr>
          <a:xfrm>
            <a:off x="164056" y="121957"/>
            <a:ext cx="16637941" cy="686092"/>
          </a:xfrm>
        </p:spPr>
        <p:txBody>
          <a:bodyPr>
            <a:normAutofit/>
          </a:bodyPr>
          <a:lstStyle>
            <a:lvl1pPr algn="l">
              <a:defRPr sz="2520" b="1" baseline="0">
                <a:solidFill>
                  <a:srgbClr val="0070C0"/>
                </a:solidFill>
              </a:defRPr>
            </a:lvl1pPr>
          </a:lstStyle>
          <a:p>
            <a:r>
              <a:rPr lang="en-US" altLang="ko-KR" dirty="0"/>
              <a:t>Title (</a:t>
            </a:r>
            <a:r>
              <a:rPr lang="ko-KR" altLang="en-US" dirty="0" err="1"/>
              <a:t>맑은고딕</a:t>
            </a:r>
            <a:r>
              <a:rPr lang="en-US" altLang="ko-KR" dirty="0"/>
              <a:t>) -24pt</a:t>
            </a:r>
            <a:endParaRPr lang="ko-KR" altLang="en-US" dirty="0"/>
          </a:p>
        </p:txBody>
      </p:sp>
      <p:sp>
        <p:nvSpPr>
          <p:cNvPr id="7" name="矩形 22"/>
          <p:cNvSpPr>
            <a:spLocks noChangeArrowheads="1"/>
          </p:cNvSpPr>
          <p:nvPr userDrawn="1"/>
        </p:nvSpPr>
        <p:spPr bwMode="auto">
          <a:xfrm>
            <a:off x="-11113" y="145790"/>
            <a:ext cx="97792" cy="64674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90" dirty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  <p:sp>
        <p:nvSpPr>
          <p:cNvPr id="10" name="내용 개체 틀 3"/>
          <p:cNvSpPr>
            <a:spLocks noGrp="1"/>
          </p:cNvSpPr>
          <p:nvPr>
            <p:ph sz="half" idx="2" hasCustomPrompt="1"/>
          </p:nvPr>
        </p:nvSpPr>
        <p:spPr>
          <a:xfrm>
            <a:off x="3835709" y="2078700"/>
            <a:ext cx="9294628" cy="6817583"/>
          </a:xfrm>
        </p:spPr>
        <p:txBody>
          <a:bodyPr/>
          <a:lstStyle>
            <a:lvl1pPr marL="360082" indent="-360082">
              <a:buFont typeface="맑은 고딕" panose="020B0503020000020004" pitchFamily="50" charset="-127"/>
              <a:buChar char="»"/>
              <a:defRPr sz="2520"/>
            </a:lvl1pPr>
            <a:lvl2pPr>
              <a:defRPr sz="2100"/>
            </a:lvl2pPr>
            <a:lvl3pPr>
              <a:defRPr sz="1890"/>
            </a:lvl3pPr>
            <a:lvl4pPr>
              <a:defRPr sz="1680"/>
            </a:lvl4pPr>
            <a:lvl5pPr>
              <a:defRPr sz="1680"/>
            </a:lvl5pPr>
            <a:lvl6pPr>
              <a:defRPr sz="1680"/>
            </a:lvl6pPr>
            <a:lvl7pPr>
              <a:defRPr sz="1680"/>
            </a:lvl7pPr>
            <a:lvl8pPr>
              <a:defRPr sz="1680"/>
            </a:lvl8pPr>
            <a:lvl9pPr>
              <a:defRPr sz="1680"/>
            </a:lvl9pPr>
          </a:lstStyle>
          <a:p>
            <a:pPr lvl="0"/>
            <a:r>
              <a:rPr lang="en-US" altLang="ko-KR" dirty="0"/>
              <a:t>1</a:t>
            </a:r>
          </a:p>
          <a:p>
            <a:pPr lvl="0"/>
            <a:r>
              <a:rPr lang="en-US" altLang="ko-KR" dirty="0"/>
              <a:t>2</a:t>
            </a:r>
          </a:p>
          <a:p>
            <a:pPr lvl="0"/>
            <a:endParaRPr lang="en-US" altLang="ko-KR" dirty="0"/>
          </a:p>
        </p:txBody>
      </p:sp>
      <p:sp>
        <p:nvSpPr>
          <p:cNvPr id="12" name="내용 개체 틀 2"/>
          <p:cNvSpPr>
            <a:spLocks noGrp="1"/>
          </p:cNvSpPr>
          <p:nvPr>
            <p:ph idx="14" hasCustomPrompt="1"/>
          </p:nvPr>
        </p:nvSpPr>
        <p:spPr>
          <a:xfrm>
            <a:off x="164055" y="808054"/>
            <a:ext cx="16738765" cy="806021"/>
          </a:xfrm>
        </p:spPr>
        <p:txBody>
          <a:bodyPr>
            <a:normAutofit/>
          </a:bodyPr>
          <a:lstStyle>
            <a:lvl1pPr marL="0" indent="0">
              <a:buNone/>
              <a:defRPr sz="189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Status – 18pt (</a:t>
            </a:r>
            <a:r>
              <a:rPr lang="ko-KR" altLang="en-US" dirty="0"/>
              <a:t>삭제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84403466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nets_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3413759" y="1877075"/>
            <a:ext cx="10241280" cy="5760720"/>
          </a:xfrm>
        </p:spPr>
        <p:txBody>
          <a:bodyPr/>
          <a:lstStyle>
            <a:lvl1pPr marL="0" indent="0">
              <a:buNone/>
              <a:defRPr sz="3360"/>
            </a:lvl1pPr>
            <a:lvl2pPr marL="480111" indent="0">
              <a:buNone/>
              <a:defRPr sz="2940"/>
            </a:lvl2pPr>
            <a:lvl3pPr marL="960221" indent="0">
              <a:buNone/>
              <a:defRPr sz="2520"/>
            </a:lvl3pPr>
            <a:lvl4pPr marL="1440332" indent="0">
              <a:buNone/>
              <a:defRPr sz="2100"/>
            </a:lvl4pPr>
            <a:lvl5pPr marL="1920443" indent="0">
              <a:buNone/>
              <a:defRPr sz="2100"/>
            </a:lvl5pPr>
            <a:lvl6pPr marL="2400554" indent="0">
              <a:buNone/>
              <a:defRPr sz="2100"/>
            </a:lvl6pPr>
            <a:lvl7pPr marL="2880664" indent="0">
              <a:buNone/>
              <a:defRPr sz="2100"/>
            </a:lvl7pPr>
            <a:lvl8pPr marL="3360775" indent="0">
              <a:buNone/>
              <a:defRPr sz="2100"/>
            </a:lvl8pPr>
            <a:lvl9pPr marL="3840886" indent="0">
              <a:buNone/>
              <a:defRPr sz="2100"/>
            </a:lvl9pPr>
          </a:lstStyle>
          <a:p>
            <a:endParaRPr lang="ko-KR" altLang="en-US" dirty="0"/>
          </a:p>
        </p:txBody>
      </p:sp>
      <p:sp>
        <p:nvSpPr>
          <p:cNvPr id="8" name="제목 1"/>
          <p:cNvSpPr>
            <a:spLocks noGrp="1"/>
          </p:cNvSpPr>
          <p:nvPr>
            <p:ph type="title" hasCustomPrompt="1"/>
          </p:nvPr>
        </p:nvSpPr>
        <p:spPr>
          <a:xfrm>
            <a:off x="164056" y="121957"/>
            <a:ext cx="16637941" cy="686092"/>
          </a:xfrm>
        </p:spPr>
        <p:txBody>
          <a:bodyPr>
            <a:normAutofit/>
          </a:bodyPr>
          <a:lstStyle>
            <a:lvl1pPr algn="l">
              <a:defRPr sz="2520" b="1" baseline="0">
                <a:solidFill>
                  <a:srgbClr val="0070C0"/>
                </a:solidFill>
              </a:defRPr>
            </a:lvl1pPr>
          </a:lstStyle>
          <a:p>
            <a:r>
              <a:rPr lang="en-US" altLang="ko-KR" dirty="0"/>
              <a:t>Title (</a:t>
            </a:r>
            <a:r>
              <a:rPr lang="ko-KR" altLang="en-US" dirty="0" err="1"/>
              <a:t>맑은고딕</a:t>
            </a:r>
            <a:r>
              <a:rPr lang="en-US" altLang="ko-KR" dirty="0"/>
              <a:t>) -24pt</a:t>
            </a:r>
            <a:endParaRPr lang="ko-KR" altLang="en-US" dirty="0"/>
          </a:p>
        </p:txBody>
      </p:sp>
      <p:sp>
        <p:nvSpPr>
          <p:cNvPr id="9" name="矩形 22"/>
          <p:cNvSpPr>
            <a:spLocks noChangeArrowheads="1"/>
          </p:cNvSpPr>
          <p:nvPr userDrawn="1"/>
        </p:nvSpPr>
        <p:spPr bwMode="auto">
          <a:xfrm>
            <a:off x="-11113" y="145790"/>
            <a:ext cx="97792" cy="646747"/>
          </a:xfrm>
          <a:prstGeom prst="rect">
            <a:avLst/>
          </a:prstGeom>
          <a:solidFill>
            <a:srgbClr val="0070C0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1890" dirty="0"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  <p:sp>
        <p:nvSpPr>
          <p:cNvPr id="11" name="내용 개체 틀 2"/>
          <p:cNvSpPr>
            <a:spLocks noGrp="1"/>
          </p:cNvSpPr>
          <p:nvPr>
            <p:ph idx="14" hasCustomPrompt="1"/>
          </p:nvPr>
        </p:nvSpPr>
        <p:spPr>
          <a:xfrm>
            <a:off x="164055" y="808054"/>
            <a:ext cx="16738765" cy="806021"/>
          </a:xfrm>
        </p:spPr>
        <p:txBody>
          <a:bodyPr>
            <a:normAutofit/>
          </a:bodyPr>
          <a:lstStyle>
            <a:lvl1pPr marL="0" indent="0">
              <a:buNone/>
              <a:defRPr sz="189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Status – 18pt (</a:t>
            </a:r>
            <a:r>
              <a:rPr lang="ko-KR" altLang="en-US" dirty="0"/>
              <a:t>삭제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31619669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기본형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22"/>
          <p:cNvSpPr>
            <a:spLocks noChangeArrowheads="1"/>
          </p:cNvSpPr>
          <p:nvPr userDrawn="1"/>
        </p:nvSpPr>
        <p:spPr bwMode="auto">
          <a:xfrm>
            <a:off x="-11113" y="145788"/>
            <a:ext cx="97792" cy="646747"/>
          </a:xfrm>
          <a:prstGeom prst="rect">
            <a:avLst/>
          </a:prstGeom>
          <a:solidFill>
            <a:srgbClr val="0056B9"/>
          </a:solidFill>
          <a:ln>
            <a:noFill/>
          </a:ln>
        </p:spPr>
        <p:txBody>
          <a:bodyPr/>
          <a:lstStyle>
            <a:lvl1pPr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1pPr>
            <a:lvl2pPr marL="742950" indent="-28575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2pPr>
            <a:lvl3pPr marL="11430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3pPr>
            <a:lvl4pPr marL="16002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4pPr>
            <a:lvl5pPr marL="2057400" indent="-228600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5pPr>
            <a:lvl6pPr marL="25146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6pPr>
            <a:lvl7pPr marL="29718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7pPr>
            <a:lvl8pPr marL="34290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8pPr>
            <a:lvl9pPr marL="3886200" indent="-228600" eaLnBrk="0" fontAlgn="base" hangingPunct="0">
              <a:lnSpc>
                <a:spcPct val="90000"/>
              </a:lnSpc>
              <a:spcBef>
                <a:spcPts val="500"/>
              </a:spcBef>
              <a:spcAft>
                <a:spcPct val="0"/>
              </a:spcAft>
              <a:buFont typeface="Arial" panose="020B0604020202020204" pitchFamily="34" charset="0"/>
              <a:buChar char="•"/>
              <a:defRPr>
                <a:solidFill>
                  <a:schemeClr val="tx1"/>
                </a:solidFill>
                <a:latin typeface="Calibri" panose="020F0502020204030204" pitchFamily="34" charset="0"/>
                <a:ea typeface="宋体" panose="02010600030101010101" pitchFamily="2" charset="-122"/>
                <a:sym typeface="Calibri" panose="020F0502020204030204" pitchFamily="34" charset="0"/>
              </a:defRPr>
            </a:lvl9pPr>
          </a:lstStyle>
          <a:p>
            <a:pPr eaLnBrk="1" hangingPunct="1">
              <a:lnSpc>
                <a:spcPct val="100000"/>
              </a:lnSpc>
              <a:spcBef>
                <a:spcPct val="0"/>
              </a:spcBef>
              <a:buFont typeface="Arial" panose="020B0604020202020204" pitchFamily="34" charset="0"/>
              <a:buNone/>
            </a:pPr>
            <a:endParaRPr lang="zh-CN" altLang="en-US" sz="2520" dirty="0">
              <a:solidFill>
                <a:srgbClr val="0056B9"/>
              </a:solidFill>
              <a:latin typeface="Arial" panose="020B0604020202020204" pitchFamily="34" charset="0"/>
              <a:ea typeface="Arial Unicode MS" panose="020B0604020202020204" pitchFamily="50" charset="-127"/>
              <a:cs typeface="Arial" panose="020B0604020202020204" pitchFamily="34" charset="0"/>
            </a:endParaRPr>
          </a:p>
        </p:txBody>
      </p:sp>
      <p:sp>
        <p:nvSpPr>
          <p:cNvPr id="7" name="제목 1"/>
          <p:cNvSpPr>
            <a:spLocks noGrp="1"/>
          </p:cNvSpPr>
          <p:nvPr>
            <p:ph type="title" hasCustomPrompt="1"/>
          </p:nvPr>
        </p:nvSpPr>
        <p:spPr>
          <a:xfrm>
            <a:off x="164053" y="121957"/>
            <a:ext cx="16738766" cy="686092"/>
          </a:xfrm>
        </p:spPr>
        <p:txBody>
          <a:bodyPr>
            <a:normAutofit/>
          </a:bodyPr>
          <a:lstStyle>
            <a:lvl1pPr algn="l">
              <a:defRPr sz="3360" b="1">
                <a:solidFill>
                  <a:srgbClr val="0056B9"/>
                </a:solidFill>
              </a:defRPr>
            </a:lvl1pPr>
          </a:lstStyle>
          <a:p>
            <a:r>
              <a:rPr lang="en-US" altLang="ko-KR" dirty="0"/>
              <a:t>Title-24pt</a:t>
            </a:r>
            <a:endParaRPr lang="ko-KR" altLang="en-US" dirty="0"/>
          </a:p>
        </p:txBody>
      </p:sp>
      <p:sp>
        <p:nvSpPr>
          <p:cNvPr id="9" name="텍스트 개체 틀 6"/>
          <p:cNvSpPr>
            <a:spLocks noGrp="1"/>
          </p:cNvSpPr>
          <p:nvPr>
            <p:ph type="body" sz="quarter" idx="15" hasCustomPrompt="1"/>
          </p:nvPr>
        </p:nvSpPr>
        <p:spPr>
          <a:xfrm>
            <a:off x="680174" y="1036031"/>
            <a:ext cx="15768468" cy="1209040"/>
          </a:xfrm>
        </p:spPr>
        <p:txBody>
          <a:bodyPr>
            <a:noAutofit/>
          </a:bodyPr>
          <a:lstStyle>
            <a:lvl1pPr marL="0" marR="0" indent="0" algn="l" defTabSz="128016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2520">
                <a:solidFill>
                  <a:schemeClr val="tx1"/>
                </a:solidFill>
              </a:defRPr>
            </a:lvl1pPr>
          </a:lstStyle>
          <a:p>
            <a:pPr marL="0" marR="0" lvl="0" indent="0" algn="l" defTabSz="1280160" rtl="0" eaLnBrk="1" fontAlgn="auto" latinLnBrk="1" hangingPunct="1">
              <a:lnSpc>
                <a:spcPct val="100000"/>
              </a:lnSpc>
              <a:spcBef>
                <a:spcPct val="20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US" altLang="ko-KR" dirty="0"/>
              <a:t>Status – 18pt (</a:t>
            </a:r>
            <a:r>
              <a:rPr lang="ko-KR" altLang="en-US" dirty="0"/>
              <a:t>삭제 가능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874615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6263873" y="3459017"/>
            <a:ext cx="6784791" cy="4278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2100" b="1" dirty="0"/>
            </a:lvl1pPr>
          </a:lstStyle>
          <a:p>
            <a:pPr lvl="0"/>
            <a:r>
              <a:rPr lang="en-US" altLang="ko-KR" dirty="0"/>
              <a:t>YASKAWA</a:t>
            </a:r>
            <a:endParaRPr lang="ko-KR" altLang="en-US" dirty="0"/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6262864" y="3907641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General Information</a:t>
            </a:r>
            <a:endParaRPr lang="ko-KR" altLang="en-US" dirty="0"/>
          </a:p>
        </p:txBody>
      </p:sp>
      <p:sp>
        <p:nvSpPr>
          <p:cNvPr id="20" name="텍스트 개체 틀 13"/>
          <p:cNvSpPr>
            <a:spLocks noGrp="1"/>
          </p:cNvSpPr>
          <p:nvPr>
            <p:ph type="body" sz="quarter" idx="12" hasCustomPrompt="1"/>
          </p:nvPr>
        </p:nvSpPr>
        <p:spPr>
          <a:xfrm>
            <a:off x="6256033" y="5094417"/>
            <a:ext cx="6784791" cy="4278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2100" b="1" dirty="0"/>
            </a:lvl1pPr>
          </a:lstStyle>
          <a:p>
            <a:pPr lvl="0"/>
            <a:r>
              <a:rPr lang="en-US" altLang="ko-KR" dirty="0"/>
              <a:t>DOOLIM-YASKAWA</a:t>
            </a:r>
            <a:endParaRPr lang="ko-KR" altLang="en-US" dirty="0"/>
          </a:p>
        </p:txBody>
      </p:sp>
      <p:sp>
        <p:nvSpPr>
          <p:cNvPr id="21" name="텍스트 개체 틀 17"/>
          <p:cNvSpPr>
            <a:spLocks noGrp="1"/>
          </p:cNvSpPr>
          <p:nvPr>
            <p:ph type="body" sz="quarter" idx="13" hasCustomPrompt="1"/>
          </p:nvPr>
        </p:nvSpPr>
        <p:spPr>
          <a:xfrm>
            <a:off x="6255024" y="5543040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YASKAWA Painting Shop Solution Provider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73982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3637" y="511177"/>
            <a:ext cx="14721535" cy="185578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73637" y="2555876"/>
            <a:ext cx="14721535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DC6341AA-9B83-4B12-8086-EB64C9CB6BCB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2600537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64746" y="2393635"/>
            <a:ext cx="14721535" cy="3993832"/>
          </a:xfrm>
          <a:prstGeom prst="rect">
            <a:avLst/>
          </a:prstGeom>
        </p:spPr>
        <p:txBody>
          <a:bodyPr anchor="b"/>
          <a:lstStyle>
            <a:lvl1pPr>
              <a:defRPr sz="630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64746" y="6425250"/>
            <a:ext cx="14721535" cy="2100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1pPr>
            <a:lvl2pPr marL="48011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22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332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443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55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66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77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88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79CBE83B-9CB6-4985-8DD8-F4CB56377F8C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5701021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3637" y="511177"/>
            <a:ext cx="14721535" cy="185578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73635" y="2555876"/>
            <a:ext cx="7252963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639983" y="2555876"/>
            <a:ext cx="7255184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43D12923-4597-4962-A775-386923004366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7509998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5856" y="511177"/>
            <a:ext cx="14721533" cy="185578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75861" y="2353629"/>
            <a:ext cx="7221841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111" indent="0">
              <a:buNone/>
              <a:defRPr sz="2100" b="1"/>
            </a:lvl2pPr>
            <a:lvl3pPr marL="960221" indent="0">
              <a:buNone/>
              <a:defRPr sz="1890" b="1"/>
            </a:lvl3pPr>
            <a:lvl4pPr marL="1440332" indent="0">
              <a:buNone/>
              <a:defRPr sz="1680" b="1"/>
            </a:lvl4pPr>
            <a:lvl5pPr marL="1920443" indent="0">
              <a:buNone/>
              <a:defRPr sz="1680" b="1"/>
            </a:lvl5pPr>
            <a:lvl6pPr marL="2400554" indent="0">
              <a:buNone/>
              <a:defRPr sz="1680" b="1"/>
            </a:lvl6pPr>
            <a:lvl7pPr marL="2880664" indent="0">
              <a:buNone/>
              <a:defRPr sz="1680" b="1"/>
            </a:lvl7pPr>
            <a:lvl8pPr marL="3360775" indent="0">
              <a:buNone/>
              <a:defRPr sz="1680" b="1"/>
            </a:lvl8pPr>
            <a:lvl9pPr marL="3840886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175861" y="3507106"/>
            <a:ext cx="7221841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8639987" y="2353629"/>
            <a:ext cx="7257407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111" indent="0">
              <a:buNone/>
              <a:defRPr sz="2100" b="1"/>
            </a:lvl2pPr>
            <a:lvl3pPr marL="960221" indent="0">
              <a:buNone/>
              <a:defRPr sz="1890" b="1"/>
            </a:lvl3pPr>
            <a:lvl4pPr marL="1440332" indent="0">
              <a:buNone/>
              <a:defRPr sz="1680" b="1"/>
            </a:lvl4pPr>
            <a:lvl5pPr marL="1920443" indent="0">
              <a:buNone/>
              <a:defRPr sz="1680" b="1"/>
            </a:lvl5pPr>
            <a:lvl6pPr marL="2400554" indent="0">
              <a:buNone/>
              <a:defRPr sz="1680" b="1"/>
            </a:lvl6pPr>
            <a:lvl7pPr marL="2880664" indent="0">
              <a:buNone/>
              <a:defRPr sz="1680" b="1"/>
            </a:lvl7pPr>
            <a:lvl8pPr marL="3360775" indent="0">
              <a:buNone/>
              <a:defRPr sz="1680" b="1"/>
            </a:lvl8pPr>
            <a:lvl9pPr marL="3840886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8639987" y="3507106"/>
            <a:ext cx="7257407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5B9649DC-08C7-46CC-B1CA-719CC6E844F1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0443282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672" y="-139147"/>
            <a:ext cx="17068800" cy="9755425"/>
          </a:xfrm>
          <a:prstGeom prst="rect">
            <a:avLst/>
          </a:prstGeom>
          <a:solidFill>
            <a:srgbClr val="005C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23">
              <a:solidFill>
                <a:prstClr val="white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214" y="4459451"/>
            <a:ext cx="7877724" cy="65904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641765" y="8933864"/>
            <a:ext cx="5788620" cy="3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70" b="1" dirty="0">
                <a:solidFill>
                  <a:prstClr val="white"/>
                </a:solidFill>
                <a:cs typeface="Arial" panose="020B0604020202020204" pitchFamily="34" charset="0"/>
              </a:rPr>
              <a:t>@ 2018 DOOLIM-YASAKAWA CORPORATION</a:t>
            </a:r>
            <a:endParaRPr lang="ko-KR" altLang="en-US" sz="1470" b="1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29208754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4592595" y="3389248"/>
            <a:ext cx="12310223" cy="1055481"/>
          </a:xfrm>
          <a:prstGeom prst="rect">
            <a:avLst/>
          </a:prstGeom>
        </p:spPr>
        <p:txBody>
          <a:bodyPr/>
          <a:lstStyle>
            <a:lvl1pPr marL="0" marR="0" indent="0" algn="l" defTabSz="960221" rtl="0" eaLnBrk="1" fontAlgn="auto" latinLnBrk="1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200" b="1" i="0" baseline="0">
                <a:latin typeface="+mj-lt"/>
                <a:ea typeface="+mn-ea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4" hasCustomPrompt="1"/>
          </p:nvPr>
        </p:nvSpPr>
        <p:spPr>
          <a:xfrm>
            <a:off x="11559129" y="6514391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2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기획조정실</a:t>
            </a:r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5" hasCustomPrompt="1"/>
          </p:nvPr>
        </p:nvSpPr>
        <p:spPr>
          <a:xfrm>
            <a:off x="11559129" y="7034966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2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김재원 사원</a:t>
            </a:r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6" hasCustomPrompt="1"/>
          </p:nvPr>
        </p:nvSpPr>
        <p:spPr>
          <a:xfrm>
            <a:off x="4592322" y="4296547"/>
            <a:ext cx="12200889" cy="909002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DOOLIM-YASKAWA Corporation (</a:t>
            </a:r>
            <a:r>
              <a:rPr lang="ko-KR" altLang="en-US" dirty="0"/>
              <a:t>지사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41074057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5860" y="640080"/>
            <a:ext cx="5505848" cy="2240280"/>
          </a:xfrm>
          <a:prstGeom prst="rect">
            <a:avLst/>
          </a:prstGeom>
        </p:spPr>
        <p:txBody>
          <a:bodyPr anchor="b"/>
          <a:lstStyle>
            <a:lvl1pPr>
              <a:defRPr sz="336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7257408" y="1382400"/>
            <a:ext cx="8639981" cy="682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360"/>
            </a:lvl1pPr>
            <a:lvl2pPr marL="480111" indent="0">
              <a:buNone/>
              <a:defRPr sz="2940"/>
            </a:lvl2pPr>
            <a:lvl3pPr marL="960221" indent="0">
              <a:buNone/>
              <a:defRPr sz="2520"/>
            </a:lvl3pPr>
            <a:lvl4pPr marL="1440332" indent="0">
              <a:buNone/>
              <a:defRPr sz="2100"/>
            </a:lvl4pPr>
            <a:lvl5pPr marL="1920443" indent="0">
              <a:buNone/>
              <a:defRPr sz="2100"/>
            </a:lvl5pPr>
            <a:lvl6pPr marL="2400554" indent="0">
              <a:buNone/>
              <a:defRPr sz="2100"/>
            </a:lvl6pPr>
            <a:lvl7pPr marL="2880664" indent="0">
              <a:buNone/>
              <a:defRPr sz="2100"/>
            </a:lvl7pPr>
            <a:lvl8pPr marL="3360775" indent="0">
              <a:buNone/>
              <a:defRPr sz="2100"/>
            </a:lvl8pPr>
            <a:lvl9pPr marL="3840886" indent="0">
              <a:buNone/>
              <a:defRPr sz="21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75860" y="2880360"/>
            <a:ext cx="5505848" cy="533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80"/>
            </a:lvl1pPr>
            <a:lvl2pPr marL="480111" indent="0">
              <a:buNone/>
              <a:defRPr sz="1470"/>
            </a:lvl2pPr>
            <a:lvl3pPr marL="960221" indent="0">
              <a:buNone/>
              <a:defRPr sz="1260"/>
            </a:lvl3pPr>
            <a:lvl4pPr marL="1440332" indent="0">
              <a:buNone/>
              <a:defRPr sz="1050"/>
            </a:lvl4pPr>
            <a:lvl5pPr marL="1920443" indent="0">
              <a:buNone/>
              <a:defRPr sz="1050"/>
            </a:lvl5pPr>
            <a:lvl6pPr marL="2400554" indent="0">
              <a:buNone/>
              <a:defRPr sz="1050"/>
            </a:lvl6pPr>
            <a:lvl7pPr marL="2880664" indent="0">
              <a:buNone/>
              <a:defRPr sz="1050"/>
            </a:lvl7pPr>
            <a:lvl8pPr marL="3360775" indent="0">
              <a:buNone/>
              <a:defRPr sz="1050"/>
            </a:lvl8pPr>
            <a:lvl9pPr marL="3840886" indent="0">
              <a:buNone/>
              <a:defRPr sz="10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149DB84E-DEC5-49C9-A245-68094462AD99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548814499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2216451" y="511176"/>
            <a:ext cx="3678717" cy="8136573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173634" y="511176"/>
            <a:ext cx="10829429" cy="81365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30C7C242-C71F-4560-AB97-D441AB7FCE70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81086788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텍스트 개체 틀 13"/>
          <p:cNvSpPr>
            <a:spLocks noGrp="1"/>
          </p:cNvSpPr>
          <p:nvPr>
            <p:ph type="body" sz="quarter" idx="10" hasCustomPrompt="1"/>
          </p:nvPr>
        </p:nvSpPr>
        <p:spPr>
          <a:xfrm>
            <a:off x="6263873" y="3459017"/>
            <a:ext cx="6784791" cy="4278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2100" b="1" dirty="0"/>
            </a:lvl1pPr>
          </a:lstStyle>
          <a:p>
            <a:pPr lvl="0"/>
            <a:r>
              <a:rPr lang="en-US" altLang="ko-KR" dirty="0"/>
              <a:t>YASKAWA</a:t>
            </a:r>
            <a:endParaRPr lang="ko-KR" altLang="en-US" dirty="0"/>
          </a:p>
        </p:txBody>
      </p:sp>
      <p:sp>
        <p:nvSpPr>
          <p:cNvPr id="18" name="텍스트 개체 틀 17"/>
          <p:cNvSpPr>
            <a:spLocks noGrp="1"/>
          </p:cNvSpPr>
          <p:nvPr>
            <p:ph type="body" sz="quarter" idx="11" hasCustomPrompt="1"/>
          </p:nvPr>
        </p:nvSpPr>
        <p:spPr>
          <a:xfrm>
            <a:off x="6262864" y="3907641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General Information</a:t>
            </a:r>
            <a:endParaRPr lang="ko-KR" altLang="en-US" dirty="0"/>
          </a:p>
        </p:txBody>
      </p:sp>
      <p:sp>
        <p:nvSpPr>
          <p:cNvPr id="20" name="텍스트 개체 틀 13"/>
          <p:cNvSpPr>
            <a:spLocks noGrp="1"/>
          </p:cNvSpPr>
          <p:nvPr>
            <p:ph type="body" sz="quarter" idx="12" hasCustomPrompt="1"/>
          </p:nvPr>
        </p:nvSpPr>
        <p:spPr>
          <a:xfrm>
            <a:off x="6256033" y="5094417"/>
            <a:ext cx="6784791" cy="42787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lang="ko-KR" altLang="en-US" sz="2100" b="1" dirty="0"/>
            </a:lvl1pPr>
          </a:lstStyle>
          <a:p>
            <a:pPr lvl="0"/>
            <a:r>
              <a:rPr lang="en-US" altLang="ko-KR" dirty="0"/>
              <a:t>DOOLIM-YASKAWA</a:t>
            </a:r>
            <a:endParaRPr lang="ko-KR" altLang="en-US" dirty="0"/>
          </a:p>
        </p:txBody>
      </p:sp>
      <p:sp>
        <p:nvSpPr>
          <p:cNvPr id="21" name="텍스트 개체 틀 17"/>
          <p:cNvSpPr>
            <a:spLocks noGrp="1"/>
          </p:cNvSpPr>
          <p:nvPr>
            <p:ph type="body" sz="quarter" idx="13" hasCustomPrompt="1"/>
          </p:nvPr>
        </p:nvSpPr>
        <p:spPr>
          <a:xfrm>
            <a:off x="6255024" y="5543040"/>
            <a:ext cx="6928435" cy="26892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260" baseline="0">
                <a:solidFill>
                  <a:schemeClr val="bg1">
                    <a:lumMod val="50000"/>
                  </a:schemeClr>
                </a:solidFill>
              </a:defRPr>
            </a:lvl1pPr>
            <a:lvl2pPr>
              <a:defRPr sz="2100" baseline="0"/>
            </a:lvl2pPr>
            <a:lvl3pPr>
              <a:defRPr sz="2100" baseline="0"/>
            </a:lvl3pPr>
            <a:lvl4pPr>
              <a:defRPr sz="2100" baseline="0"/>
            </a:lvl4pPr>
            <a:lvl5pPr>
              <a:defRPr sz="2100" baseline="0"/>
            </a:lvl5pPr>
          </a:lstStyle>
          <a:p>
            <a:pPr lvl="0"/>
            <a:r>
              <a:rPr lang="en-US" altLang="ko-KR" dirty="0"/>
              <a:t>YASKAWA Painting Shop Solution Provider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56856014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3637" y="511177"/>
            <a:ext cx="14721535" cy="185578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1173637" y="2555876"/>
            <a:ext cx="14721535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DC6341AA-9B83-4B12-8086-EB64C9CB6BCB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9535244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64746" y="2393635"/>
            <a:ext cx="14721535" cy="3993832"/>
          </a:xfrm>
          <a:prstGeom prst="rect">
            <a:avLst/>
          </a:prstGeom>
        </p:spPr>
        <p:txBody>
          <a:bodyPr anchor="b"/>
          <a:lstStyle>
            <a:lvl1pPr>
              <a:defRPr sz="6301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64746" y="6425250"/>
            <a:ext cx="14721535" cy="21002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1pPr>
            <a:lvl2pPr marL="480111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960221" indent="0">
              <a:buNone/>
              <a:defRPr sz="1890">
                <a:solidFill>
                  <a:schemeClr val="tx1">
                    <a:tint val="75000"/>
                  </a:schemeClr>
                </a:solidFill>
              </a:defRPr>
            </a:lvl3pPr>
            <a:lvl4pPr marL="1440332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4pPr>
            <a:lvl5pPr marL="1920443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5pPr>
            <a:lvl6pPr marL="240055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6pPr>
            <a:lvl7pPr marL="2880664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7pPr>
            <a:lvl8pPr marL="3360775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8pPr>
            <a:lvl9pPr marL="3840886" indent="0">
              <a:buNone/>
              <a:defRPr sz="168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79CBE83B-9CB6-4985-8DD8-F4CB56377F8C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82581378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3637" y="511177"/>
            <a:ext cx="14721535" cy="185578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1173635" y="2555876"/>
            <a:ext cx="7252963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639983" y="2555876"/>
            <a:ext cx="7255184" cy="609187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43D12923-4597-4962-A775-386923004366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6161829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5856" y="511177"/>
            <a:ext cx="14721533" cy="1855788"/>
          </a:xfrm>
          <a:prstGeom prst="rect">
            <a:avLst/>
          </a:prstGeo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1175861" y="2353629"/>
            <a:ext cx="7221841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111" indent="0">
              <a:buNone/>
              <a:defRPr sz="2100" b="1"/>
            </a:lvl2pPr>
            <a:lvl3pPr marL="960221" indent="0">
              <a:buNone/>
              <a:defRPr sz="1890" b="1"/>
            </a:lvl3pPr>
            <a:lvl4pPr marL="1440332" indent="0">
              <a:buNone/>
              <a:defRPr sz="1680" b="1"/>
            </a:lvl4pPr>
            <a:lvl5pPr marL="1920443" indent="0">
              <a:buNone/>
              <a:defRPr sz="1680" b="1"/>
            </a:lvl5pPr>
            <a:lvl6pPr marL="2400554" indent="0">
              <a:buNone/>
              <a:defRPr sz="1680" b="1"/>
            </a:lvl6pPr>
            <a:lvl7pPr marL="2880664" indent="0">
              <a:buNone/>
              <a:defRPr sz="1680" b="1"/>
            </a:lvl7pPr>
            <a:lvl8pPr marL="3360775" indent="0">
              <a:buNone/>
              <a:defRPr sz="1680" b="1"/>
            </a:lvl8pPr>
            <a:lvl9pPr marL="3840886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1175861" y="3507106"/>
            <a:ext cx="7221841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8639987" y="2353629"/>
            <a:ext cx="7257407" cy="115347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520" b="1"/>
            </a:lvl1pPr>
            <a:lvl2pPr marL="480111" indent="0">
              <a:buNone/>
              <a:defRPr sz="2100" b="1"/>
            </a:lvl2pPr>
            <a:lvl3pPr marL="960221" indent="0">
              <a:buNone/>
              <a:defRPr sz="1890" b="1"/>
            </a:lvl3pPr>
            <a:lvl4pPr marL="1440332" indent="0">
              <a:buNone/>
              <a:defRPr sz="1680" b="1"/>
            </a:lvl4pPr>
            <a:lvl5pPr marL="1920443" indent="0">
              <a:buNone/>
              <a:defRPr sz="1680" b="1"/>
            </a:lvl5pPr>
            <a:lvl6pPr marL="2400554" indent="0">
              <a:buNone/>
              <a:defRPr sz="1680" b="1"/>
            </a:lvl6pPr>
            <a:lvl7pPr marL="2880664" indent="0">
              <a:buNone/>
              <a:defRPr sz="1680" b="1"/>
            </a:lvl7pPr>
            <a:lvl8pPr marL="3360775" indent="0">
              <a:buNone/>
              <a:defRPr sz="1680" b="1"/>
            </a:lvl8pPr>
            <a:lvl9pPr marL="3840886" indent="0">
              <a:buNone/>
              <a:defRPr sz="168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8639987" y="3507106"/>
            <a:ext cx="7257407" cy="5158423"/>
          </a:xfrm>
          <a:prstGeom prst="rect">
            <a:avLst/>
          </a:prstGeo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5B9649DC-08C7-46CC-B1CA-719CC6E844F1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907584346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672" y="-139147"/>
            <a:ext cx="17068800" cy="9755425"/>
          </a:xfrm>
          <a:prstGeom prst="rect">
            <a:avLst/>
          </a:prstGeom>
          <a:solidFill>
            <a:srgbClr val="005C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23">
              <a:solidFill>
                <a:prstClr val="white"/>
              </a:solidFill>
            </a:endParaRPr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214" y="4459451"/>
            <a:ext cx="7877724" cy="65904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641765" y="8933864"/>
            <a:ext cx="5788620" cy="3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70" b="1" dirty="0">
                <a:solidFill>
                  <a:prstClr val="white"/>
                </a:solidFill>
                <a:cs typeface="Arial" panose="020B0604020202020204" pitchFamily="34" charset="0"/>
              </a:rPr>
              <a:t>@ 2018 DOOLIM-YASAKAWA CORPORATION</a:t>
            </a:r>
            <a:endParaRPr lang="ko-KR" altLang="en-US" sz="1470" b="1" dirty="0">
              <a:solidFill>
                <a:prstClr val="white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34643615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4592595" y="3389248"/>
            <a:ext cx="12310223" cy="1055481"/>
          </a:xfrm>
          <a:prstGeom prst="rect">
            <a:avLst/>
          </a:prstGeom>
        </p:spPr>
        <p:txBody>
          <a:bodyPr/>
          <a:lstStyle>
            <a:lvl1pPr marL="0" marR="0" indent="0" algn="l" defTabSz="960221" rtl="0" eaLnBrk="1" fontAlgn="auto" latinLnBrk="1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200" b="1" i="0" baseline="0">
                <a:latin typeface="+mj-lt"/>
                <a:ea typeface="+mn-ea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4" hasCustomPrompt="1"/>
          </p:nvPr>
        </p:nvSpPr>
        <p:spPr>
          <a:xfrm>
            <a:off x="11559129" y="6514391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2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기획조정실</a:t>
            </a:r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5" hasCustomPrompt="1"/>
          </p:nvPr>
        </p:nvSpPr>
        <p:spPr>
          <a:xfrm>
            <a:off x="11559129" y="7034966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2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김재원 사원</a:t>
            </a:r>
          </a:p>
        </p:txBody>
      </p:sp>
      <p:sp>
        <p:nvSpPr>
          <p:cNvPr id="12" name="텍스트 개체 틀 11"/>
          <p:cNvSpPr>
            <a:spLocks noGrp="1"/>
          </p:cNvSpPr>
          <p:nvPr>
            <p:ph type="body" sz="quarter" idx="16" hasCustomPrompt="1"/>
          </p:nvPr>
        </p:nvSpPr>
        <p:spPr>
          <a:xfrm>
            <a:off x="4592322" y="4296547"/>
            <a:ext cx="12200889" cy="909002"/>
          </a:xfrm>
          <a:prstGeom prst="rect">
            <a:avLst/>
          </a:prstGeom>
          <a:noFill/>
        </p:spPr>
        <p:txBody>
          <a:bodyPr/>
          <a:lstStyle>
            <a:lvl1pPr marL="0" indent="0">
              <a:buNone/>
              <a:defRPr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 altLang="ko-KR" dirty="0"/>
              <a:t>DOOLIM-YASKAWA Corporation (</a:t>
            </a:r>
            <a:r>
              <a:rPr lang="ko-KR" altLang="en-US" dirty="0"/>
              <a:t>지사</a:t>
            </a:r>
            <a:r>
              <a:rPr lang="en-US" altLang="ko-KR" dirty="0"/>
              <a:t>)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705187594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175860" y="640080"/>
            <a:ext cx="5505848" cy="2240280"/>
          </a:xfrm>
          <a:prstGeom prst="rect">
            <a:avLst/>
          </a:prstGeom>
        </p:spPr>
        <p:txBody>
          <a:bodyPr anchor="b"/>
          <a:lstStyle>
            <a:lvl1pPr>
              <a:defRPr sz="336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7257408" y="1382400"/>
            <a:ext cx="8639981" cy="6823075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360"/>
            </a:lvl1pPr>
            <a:lvl2pPr marL="480111" indent="0">
              <a:buNone/>
              <a:defRPr sz="2940"/>
            </a:lvl2pPr>
            <a:lvl3pPr marL="960221" indent="0">
              <a:buNone/>
              <a:defRPr sz="2520"/>
            </a:lvl3pPr>
            <a:lvl4pPr marL="1440332" indent="0">
              <a:buNone/>
              <a:defRPr sz="2100"/>
            </a:lvl4pPr>
            <a:lvl5pPr marL="1920443" indent="0">
              <a:buNone/>
              <a:defRPr sz="2100"/>
            </a:lvl5pPr>
            <a:lvl6pPr marL="2400554" indent="0">
              <a:buNone/>
              <a:defRPr sz="2100"/>
            </a:lvl6pPr>
            <a:lvl7pPr marL="2880664" indent="0">
              <a:buNone/>
              <a:defRPr sz="2100"/>
            </a:lvl7pPr>
            <a:lvl8pPr marL="3360775" indent="0">
              <a:buNone/>
              <a:defRPr sz="2100"/>
            </a:lvl8pPr>
            <a:lvl9pPr marL="3840886" indent="0">
              <a:buNone/>
              <a:defRPr sz="21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175860" y="2880360"/>
            <a:ext cx="5505848" cy="533622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80"/>
            </a:lvl1pPr>
            <a:lvl2pPr marL="480111" indent="0">
              <a:buNone/>
              <a:defRPr sz="1470"/>
            </a:lvl2pPr>
            <a:lvl3pPr marL="960221" indent="0">
              <a:buNone/>
              <a:defRPr sz="1260"/>
            </a:lvl3pPr>
            <a:lvl4pPr marL="1440332" indent="0">
              <a:buNone/>
              <a:defRPr sz="1050"/>
            </a:lvl4pPr>
            <a:lvl5pPr marL="1920443" indent="0">
              <a:buNone/>
              <a:defRPr sz="1050"/>
            </a:lvl5pPr>
            <a:lvl6pPr marL="2400554" indent="0">
              <a:buNone/>
              <a:defRPr sz="1050"/>
            </a:lvl6pPr>
            <a:lvl7pPr marL="2880664" indent="0">
              <a:buNone/>
              <a:defRPr sz="1050"/>
            </a:lvl7pPr>
            <a:lvl8pPr marL="3360775" indent="0">
              <a:buNone/>
              <a:defRPr sz="1050"/>
            </a:lvl8pPr>
            <a:lvl9pPr marL="3840886" indent="0">
              <a:buNone/>
              <a:defRPr sz="105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149DB84E-DEC5-49C9-A245-68094462AD99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79881737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12216451" y="511176"/>
            <a:ext cx="3678717" cy="8136573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1173634" y="511176"/>
            <a:ext cx="10829429" cy="813657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>
          <a:xfrm>
            <a:off x="12970670" y="134970"/>
            <a:ext cx="3840980" cy="511175"/>
          </a:xfrm>
          <a:prstGeom prst="rect">
            <a:avLst/>
          </a:prstGeom>
        </p:spPr>
        <p:txBody>
          <a:bodyPr/>
          <a:lstStyle/>
          <a:p>
            <a:fld id="{30C7C242-C71F-4560-AB97-D441AB7FCE70}" type="datetime1">
              <a:rPr lang="ko-KR" altLang="en-US" smtClean="0">
                <a:solidFill>
                  <a:prstClr val="black"/>
                </a:solidFill>
              </a:rPr>
              <a:pPr/>
              <a:t>2026-02-20</a:t>
            </a:fld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>
          <a:xfrm>
            <a:off x="5654780" y="8898895"/>
            <a:ext cx="5759248" cy="511175"/>
          </a:xfrm>
          <a:prstGeom prst="rect">
            <a:avLst/>
          </a:prstGeom>
        </p:spPr>
        <p:txBody>
          <a:bodyPr/>
          <a:lstStyle/>
          <a:p>
            <a:endParaRPr lang="ko-KR" altLang="en-US">
              <a:solidFill>
                <a:prstClr val="black"/>
              </a:solidFill>
            </a:endParaRPr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>
          <a:xfrm>
            <a:off x="12054187" y="8898895"/>
            <a:ext cx="3840980" cy="511175"/>
          </a:xfrm>
          <a:prstGeom prst="rect">
            <a:avLst/>
          </a:prstGeom>
        </p:spPr>
        <p:txBody>
          <a:bodyPr/>
          <a:lstStyle/>
          <a:p>
            <a:fld id="{BBAE627F-57A4-4609-B5B3-BD38BAACD3D6}" type="slidenum">
              <a:rPr lang="ko-KR" altLang="en-US" smtClean="0">
                <a:solidFill>
                  <a:prstClr val="black"/>
                </a:solidFill>
              </a:rPr>
              <a:pPr/>
              <a:t>‹#›</a:t>
            </a:fld>
            <a:endParaRPr lang="ko-KR" altLang="en-US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1553657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133600" y="1571308"/>
            <a:ext cx="12801600" cy="3342640"/>
          </a:xfrm>
        </p:spPr>
        <p:txBody>
          <a:bodyPr anchor="b"/>
          <a:lstStyle>
            <a:lvl1pPr algn="ctr"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133600" y="5042853"/>
            <a:ext cx="12801600" cy="2318067"/>
          </a:xfrm>
        </p:spPr>
        <p:txBody>
          <a:bodyPr/>
          <a:lstStyle>
            <a:lvl1pPr marL="0" indent="0" algn="ctr">
              <a:buNone/>
              <a:defRPr sz="3360"/>
            </a:lvl1pPr>
            <a:lvl2pPr marL="640080" indent="0" algn="ctr">
              <a:buNone/>
              <a:defRPr sz="2800"/>
            </a:lvl2pPr>
            <a:lvl3pPr marL="1280160" indent="0" algn="ctr">
              <a:buNone/>
              <a:defRPr sz="2520"/>
            </a:lvl3pPr>
            <a:lvl4pPr marL="1920240" indent="0" algn="ctr">
              <a:buNone/>
              <a:defRPr sz="2240"/>
            </a:lvl4pPr>
            <a:lvl5pPr marL="2560320" indent="0" algn="ctr">
              <a:buNone/>
              <a:defRPr sz="2240"/>
            </a:lvl5pPr>
            <a:lvl6pPr marL="3200400" indent="0" algn="ctr">
              <a:buNone/>
              <a:defRPr sz="2240"/>
            </a:lvl6pPr>
            <a:lvl7pPr marL="3840480" indent="0" algn="ctr">
              <a:buNone/>
              <a:defRPr sz="2240"/>
            </a:lvl7pPr>
            <a:lvl8pPr marL="4480560" indent="0" algn="ctr">
              <a:buNone/>
              <a:defRPr sz="2240"/>
            </a:lvl8pPr>
            <a:lvl9pPr marL="5120640" indent="0" algn="ctr">
              <a:buNone/>
              <a:defRPr sz="2240"/>
            </a:lvl9pPr>
          </a:lstStyle>
          <a:p>
            <a:r>
              <a:rPr lang="ko-KR" altLang="en-US"/>
              <a:t>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48267721"/>
      </p:ext>
    </p:extLst>
  </p:cSld>
  <p:clrMapOvr>
    <a:masterClrMapping/>
  </p:clrMapOvr>
  <p:hf sldNum="0" hdr="0" ftr="0"/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743054"/>
      </p:ext>
    </p:extLst>
  </p:cSld>
  <p:clrMapOvr>
    <a:masterClrMapping/>
  </p:clrMapOvr>
  <p:hf sldNum="0" hdr="0" ftr="0"/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64590" y="2393634"/>
            <a:ext cx="14721840" cy="3993832"/>
          </a:xfrm>
        </p:spPr>
        <p:txBody>
          <a:bodyPr anchor="b"/>
          <a:lstStyle>
            <a:lvl1pPr>
              <a:defRPr sz="84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64590" y="6425249"/>
            <a:ext cx="14721840" cy="2100262"/>
          </a:xfrm>
        </p:spPr>
        <p:txBody>
          <a:bodyPr/>
          <a:lstStyle>
            <a:lvl1pPr marL="0" indent="0">
              <a:buNone/>
              <a:defRPr sz="3360">
                <a:solidFill>
                  <a:schemeClr val="tx1">
                    <a:tint val="75000"/>
                  </a:schemeClr>
                </a:solidFill>
              </a:defRPr>
            </a:lvl1pPr>
            <a:lvl2pPr marL="640080" indent="0">
              <a:buNone/>
              <a:defRPr sz="2800">
                <a:solidFill>
                  <a:schemeClr val="tx1">
                    <a:tint val="75000"/>
                  </a:schemeClr>
                </a:solidFill>
              </a:defRPr>
            </a:lvl2pPr>
            <a:lvl3pPr marL="1280160" indent="0">
              <a:buNone/>
              <a:defRPr sz="2520">
                <a:solidFill>
                  <a:schemeClr val="tx1">
                    <a:tint val="75000"/>
                  </a:schemeClr>
                </a:solidFill>
              </a:defRPr>
            </a:lvl3pPr>
            <a:lvl4pPr marL="19202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4pPr>
            <a:lvl5pPr marL="256032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5pPr>
            <a:lvl6pPr marL="320040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6pPr>
            <a:lvl7pPr marL="384048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7pPr>
            <a:lvl8pPr marL="448056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8pPr>
            <a:lvl9pPr marL="5120640" indent="0">
              <a:buNone/>
              <a:defRPr sz="224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8526136"/>
      </p:ext>
    </p:extLst>
  </p:cSld>
  <p:clrMapOvr>
    <a:masterClrMapping/>
  </p:clrMapOvr>
  <p:hf sldNum="0" hdr="0" ftr="0"/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73480" y="2555875"/>
            <a:ext cx="725424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641080" y="2555875"/>
            <a:ext cx="7254240" cy="609187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53518498"/>
      </p:ext>
    </p:extLst>
  </p:cSld>
  <p:clrMapOvr>
    <a:masterClrMapping/>
  </p:clrMapOvr>
  <p:hf sldNum="0" hdr="0" ftr="0"/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3" y="511176"/>
            <a:ext cx="14721840" cy="1855788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5704" y="2353628"/>
            <a:ext cx="7220902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75704" y="3507105"/>
            <a:ext cx="7220902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8641080" y="2353628"/>
            <a:ext cx="7256463" cy="1153477"/>
          </a:xfrm>
        </p:spPr>
        <p:txBody>
          <a:bodyPr anchor="b"/>
          <a:lstStyle>
            <a:lvl1pPr marL="0" indent="0">
              <a:buNone/>
              <a:defRPr sz="3360" b="1"/>
            </a:lvl1pPr>
            <a:lvl2pPr marL="640080" indent="0">
              <a:buNone/>
              <a:defRPr sz="2800" b="1"/>
            </a:lvl2pPr>
            <a:lvl3pPr marL="1280160" indent="0">
              <a:buNone/>
              <a:defRPr sz="2520" b="1"/>
            </a:lvl3pPr>
            <a:lvl4pPr marL="1920240" indent="0">
              <a:buNone/>
              <a:defRPr sz="2240" b="1"/>
            </a:lvl4pPr>
            <a:lvl5pPr marL="2560320" indent="0">
              <a:buNone/>
              <a:defRPr sz="2240" b="1"/>
            </a:lvl5pPr>
            <a:lvl6pPr marL="3200400" indent="0">
              <a:buNone/>
              <a:defRPr sz="2240" b="1"/>
            </a:lvl6pPr>
            <a:lvl7pPr marL="3840480" indent="0">
              <a:buNone/>
              <a:defRPr sz="2240" b="1"/>
            </a:lvl7pPr>
            <a:lvl8pPr marL="4480560" indent="0">
              <a:buNone/>
              <a:defRPr sz="2240" b="1"/>
            </a:lvl8pPr>
            <a:lvl9pPr marL="5120640" indent="0">
              <a:buNone/>
              <a:defRPr sz="2240" b="1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8641080" y="3507105"/>
            <a:ext cx="7256463" cy="5158423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162527126"/>
      </p:ext>
    </p:extLst>
  </p:cSld>
  <p:clrMapOvr>
    <a:masterClrMapping/>
  </p:clrMapOvr>
  <p:hf sldNum="0" hdr="0" ftr="0"/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92883562"/>
      </p:ext>
    </p:extLst>
  </p:cSld>
  <p:clrMapOvr>
    <a:masterClrMapping/>
  </p:clrMapOvr>
  <p:hf sldNum="0" hdr="0" ftr="0"/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46668145"/>
      </p:ext>
    </p:extLst>
  </p:cSld>
  <p:clrMapOvr>
    <a:masterClrMapping/>
  </p:clrMapOvr>
  <p:hf sldNum="0" hdr="0" ftr="0"/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256463" y="1382396"/>
            <a:ext cx="8641080" cy="6823075"/>
          </a:xfrm>
        </p:spPr>
        <p:txBody>
          <a:bodyPr/>
          <a:lstStyle>
            <a:lvl1pPr>
              <a:defRPr sz="4480"/>
            </a:lvl1pPr>
            <a:lvl2pPr>
              <a:defRPr sz="3920"/>
            </a:lvl2pPr>
            <a:lvl3pPr>
              <a:defRPr sz="3360"/>
            </a:lvl3pPr>
            <a:lvl4pPr>
              <a:defRPr sz="2800"/>
            </a:lvl4pPr>
            <a:lvl5pPr>
              <a:defRPr sz="2800"/>
            </a:lvl5pPr>
            <a:lvl6pPr>
              <a:defRPr sz="2800"/>
            </a:lvl6pPr>
            <a:lvl7pPr>
              <a:defRPr sz="2800"/>
            </a:lvl7pPr>
            <a:lvl8pPr>
              <a:defRPr sz="2800"/>
            </a:lvl8pPr>
            <a:lvl9pPr>
              <a:defRPr sz="28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56617020"/>
      </p:ext>
    </p:extLst>
  </p:cSld>
  <p:clrMapOvr>
    <a:masterClrMapping/>
  </p:clrMapOvr>
  <p:hf sldNum="0" hdr="0" ftr="0"/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75704" y="640080"/>
            <a:ext cx="5505132" cy="2240280"/>
          </a:xfrm>
        </p:spPr>
        <p:txBody>
          <a:bodyPr anchor="b"/>
          <a:lstStyle>
            <a:lvl1pPr>
              <a:defRPr sz="448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256463" y="1382396"/>
            <a:ext cx="8641080" cy="6823075"/>
          </a:xfrm>
        </p:spPr>
        <p:txBody>
          <a:bodyPr anchor="t"/>
          <a:lstStyle>
            <a:lvl1pPr marL="0" indent="0">
              <a:buNone/>
              <a:defRPr sz="4480"/>
            </a:lvl1pPr>
            <a:lvl2pPr marL="640080" indent="0">
              <a:buNone/>
              <a:defRPr sz="3920"/>
            </a:lvl2pPr>
            <a:lvl3pPr marL="1280160" indent="0">
              <a:buNone/>
              <a:defRPr sz="3360"/>
            </a:lvl3pPr>
            <a:lvl4pPr marL="1920240" indent="0">
              <a:buNone/>
              <a:defRPr sz="2800"/>
            </a:lvl4pPr>
            <a:lvl5pPr marL="2560320" indent="0">
              <a:buNone/>
              <a:defRPr sz="2800"/>
            </a:lvl5pPr>
            <a:lvl6pPr marL="3200400" indent="0">
              <a:buNone/>
              <a:defRPr sz="2800"/>
            </a:lvl6pPr>
            <a:lvl7pPr marL="3840480" indent="0">
              <a:buNone/>
              <a:defRPr sz="2800"/>
            </a:lvl7pPr>
            <a:lvl8pPr marL="4480560" indent="0">
              <a:buNone/>
              <a:defRPr sz="2800"/>
            </a:lvl8pPr>
            <a:lvl9pPr marL="5120640" indent="0">
              <a:buNone/>
              <a:defRPr sz="28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75704" y="2880360"/>
            <a:ext cx="5505132" cy="5336223"/>
          </a:xfrm>
        </p:spPr>
        <p:txBody>
          <a:bodyPr/>
          <a:lstStyle>
            <a:lvl1pPr marL="0" indent="0">
              <a:buNone/>
              <a:defRPr sz="2240"/>
            </a:lvl1pPr>
            <a:lvl2pPr marL="640080" indent="0">
              <a:buNone/>
              <a:defRPr sz="1960"/>
            </a:lvl2pPr>
            <a:lvl3pPr marL="1280160" indent="0">
              <a:buNone/>
              <a:defRPr sz="1680"/>
            </a:lvl3pPr>
            <a:lvl4pPr marL="1920240" indent="0">
              <a:buNone/>
              <a:defRPr sz="1400"/>
            </a:lvl4pPr>
            <a:lvl5pPr marL="2560320" indent="0">
              <a:buNone/>
              <a:defRPr sz="1400"/>
            </a:lvl5pPr>
            <a:lvl6pPr marL="3200400" indent="0">
              <a:buNone/>
              <a:defRPr sz="1400"/>
            </a:lvl6pPr>
            <a:lvl7pPr marL="3840480" indent="0">
              <a:buNone/>
              <a:defRPr sz="1400"/>
            </a:lvl7pPr>
            <a:lvl8pPr marL="4480560" indent="0">
              <a:buNone/>
              <a:defRPr sz="1400"/>
            </a:lvl8pPr>
            <a:lvl9pPr marL="5120640" indent="0">
              <a:buNone/>
              <a:defRPr sz="1400"/>
            </a:lvl9pPr>
          </a:lstStyle>
          <a:p>
            <a:pPr lvl="0"/>
            <a:r>
              <a:rPr lang="ko-KR" altLang="en-US"/>
              <a:t>마스터 텍스트 스타일을 편집합니다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04680127"/>
      </p:ext>
    </p:extLst>
  </p:cSld>
  <p:clrMapOvr>
    <a:masterClrMapping/>
  </p:clrMapOvr>
  <p:hf sldNum="0" hdr="0" ftr="0"/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36506021"/>
      </p:ext>
    </p:extLst>
  </p:cSld>
  <p:clrMapOvr>
    <a:masterClrMapping/>
  </p:clrMapOvr>
  <p:hf sldNum="0" hdr="0" ftr="0"/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2214860" y="511175"/>
            <a:ext cx="3680460" cy="8136573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73480" y="511175"/>
            <a:ext cx="10828020" cy="8136573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764DE79-268F-4C1A-8933-263129D2AF90}" type="datetimeFigureOut">
              <a:rPr lang="en-US" smtClean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F63A3B-78C7-47BE-AE5E-E10140E04643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01050048"/>
      </p:ext>
    </p:extLst>
  </p:cSld>
  <p:clrMapOvr>
    <a:masterClrMapping/>
  </p:clrMapOvr>
  <p:hf sldNum="0" hdr="0" ftr="0"/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Cov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텍스트 개체 틀 6"/>
          <p:cNvSpPr>
            <a:spLocks noGrp="1"/>
          </p:cNvSpPr>
          <p:nvPr>
            <p:ph type="body" sz="quarter" idx="13" hasCustomPrompt="1"/>
          </p:nvPr>
        </p:nvSpPr>
        <p:spPr>
          <a:xfrm>
            <a:off x="4592595" y="3389248"/>
            <a:ext cx="12310223" cy="1055481"/>
          </a:xfrm>
          <a:prstGeom prst="rect">
            <a:avLst/>
          </a:prstGeom>
        </p:spPr>
        <p:txBody>
          <a:bodyPr/>
          <a:lstStyle>
            <a:lvl1pPr marL="0" marR="0" indent="0" algn="l" defTabSz="960221" rtl="0" eaLnBrk="1" fontAlgn="auto" latinLnBrk="1" hangingPunct="1">
              <a:lnSpc>
                <a:spcPct val="90000"/>
              </a:lnSpc>
              <a:spcBef>
                <a:spcPts val="105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 sz="4200" b="1" i="0" baseline="0">
                <a:latin typeface="+mj-lt"/>
                <a:ea typeface="+mn-ea"/>
              </a:defRPr>
            </a:lvl1pPr>
          </a:lstStyle>
          <a:p>
            <a:pPr lvl="0"/>
            <a:r>
              <a:rPr lang="en-US" altLang="ko-KR" dirty="0"/>
              <a:t>Title</a:t>
            </a:r>
            <a:endParaRPr lang="ko-KR" altLang="en-US" dirty="0"/>
          </a:p>
        </p:txBody>
      </p:sp>
      <p:sp>
        <p:nvSpPr>
          <p:cNvPr id="9" name="텍스트 개체 틀 8"/>
          <p:cNvSpPr>
            <a:spLocks noGrp="1"/>
          </p:cNvSpPr>
          <p:nvPr>
            <p:ph type="body" sz="quarter" idx="14" hasCustomPrompt="1"/>
          </p:nvPr>
        </p:nvSpPr>
        <p:spPr>
          <a:xfrm>
            <a:off x="11559129" y="6514391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2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지사 </a:t>
            </a:r>
            <a:r>
              <a:rPr lang="en-US" altLang="ko-KR" dirty="0"/>
              <a:t>/</a:t>
            </a:r>
            <a:r>
              <a:rPr lang="ko-KR" altLang="en-US" dirty="0"/>
              <a:t>소속부서</a:t>
            </a:r>
          </a:p>
        </p:txBody>
      </p:sp>
      <p:sp>
        <p:nvSpPr>
          <p:cNvPr id="10" name="텍스트 개체 틀 8"/>
          <p:cNvSpPr>
            <a:spLocks noGrp="1"/>
          </p:cNvSpPr>
          <p:nvPr>
            <p:ph type="body" sz="quarter" idx="15" hasCustomPrompt="1"/>
          </p:nvPr>
        </p:nvSpPr>
        <p:spPr>
          <a:xfrm>
            <a:off x="11559129" y="7034966"/>
            <a:ext cx="4738987" cy="50450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520" b="0" baseline="0">
                <a:solidFill>
                  <a:schemeClr val="bg1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dirty="0"/>
              <a:t>이름 </a:t>
            </a:r>
          </a:p>
        </p:txBody>
      </p:sp>
    </p:spTree>
    <p:extLst>
      <p:ext uri="{BB962C8B-B14F-4D97-AF65-F5344CB8AC3E}">
        <p14:creationId xmlns:p14="http://schemas.microsoft.com/office/powerpoint/2010/main" val="3757068571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End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직사각형 5"/>
          <p:cNvSpPr/>
          <p:nvPr userDrawn="1"/>
        </p:nvSpPr>
        <p:spPr>
          <a:xfrm>
            <a:off x="1672" y="-139147"/>
            <a:ext cx="17068800" cy="9755425"/>
          </a:xfrm>
          <a:prstGeom prst="rect">
            <a:avLst/>
          </a:prstGeom>
          <a:solidFill>
            <a:srgbClr val="005CA8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2223"/>
          </a:p>
        </p:txBody>
      </p:sp>
      <p:pic>
        <p:nvPicPr>
          <p:cNvPr id="8" name="그림 7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97214" y="4459451"/>
            <a:ext cx="7877724" cy="659043"/>
          </a:xfrm>
          <a:prstGeom prst="rect">
            <a:avLst/>
          </a:prstGeom>
        </p:spPr>
      </p:pic>
      <p:sp>
        <p:nvSpPr>
          <p:cNvPr id="9" name="TextBox 8"/>
          <p:cNvSpPr txBox="1"/>
          <p:nvPr userDrawn="1"/>
        </p:nvSpPr>
        <p:spPr>
          <a:xfrm>
            <a:off x="5641765" y="8933864"/>
            <a:ext cx="5788620" cy="3185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147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@ 2018 DOOLIM-YASAKAWA CORPORATION</a:t>
            </a:r>
            <a:endParaRPr lang="ko-KR" altLang="en-US" sz="1470" b="1" dirty="0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192807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Relationship Id="rId6" Type="http://schemas.openxmlformats.org/officeDocument/2006/relationships/image" Target="../media/image1.png"/><Relationship Id="rId7" Type="http://schemas.openxmlformats.org/officeDocument/2006/relationships/image" Target="../media/image2.png"/><Relationship Id="rId8" Type="http://schemas.openxmlformats.org/officeDocument/2006/relationships/image" Target="../media/image3.png"/><Relationship Id="rId9" Type="http://schemas.openxmlformats.org/officeDocument/2006/relationships/image" Target="../media/image4.png"/><Relationship Id="rId10" Type="http://schemas.openxmlformats.org/officeDocument/2006/relationships/image" Target="../media/image5.png"/></Relationships>
</file>

<file path=ppt/slideMasters/_rels/slideMaster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slideLayout" Target="../slideLayouts/slideLayout6.xml"/><Relationship Id="rId3" Type="http://schemas.openxmlformats.org/officeDocument/2006/relationships/slideLayout" Target="../slideLayouts/slideLayout7.xml"/><Relationship Id="rId4" Type="http://schemas.openxmlformats.org/officeDocument/2006/relationships/slideLayout" Target="../slideLayouts/slideLayout8.xml"/><Relationship Id="rId5" Type="http://schemas.openxmlformats.org/officeDocument/2006/relationships/slideLayout" Target="../slideLayouts/slideLayout9.xml"/><Relationship Id="rId6" Type="http://schemas.openxmlformats.org/officeDocument/2006/relationships/slideLayout" Target="../slideLayouts/slideLayout10.xml"/><Relationship Id="rId7" Type="http://schemas.openxmlformats.org/officeDocument/2006/relationships/theme" Target="../theme/theme2.xml"/></Relationships>
</file>

<file path=ppt/slideMasters/_rels/slideMaster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slideLayout" Target="../slideLayouts/slideLayout12.xml"/><Relationship Id="rId3" Type="http://schemas.openxmlformats.org/officeDocument/2006/relationships/slideLayout" Target="../slideLayouts/slideLayout13.xml"/><Relationship Id="rId4" Type="http://schemas.openxmlformats.org/officeDocument/2006/relationships/slideLayout" Target="../slideLayouts/slideLayout14.xml"/><Relationship Id="rId5" Type="http://schemas.openxmlformats.org/officeDocument/2006/relationships/slideLayout" Target="../slideLayouts/slideLayout15.xml"/><Relationship Id="rId6" Type="http://schemas.openxmlformats.org/officeDocument/2006/relationships/slideLayout" Target="../slideLayouts/slideLayout16.xml"/><Relationship Id="rId7" Type="http://schemas.openxmlformats.org/officeDocument/2006/relationships/slideLayout" Target="../slideLayouts/slideLayout17.xml"/><Relationship Id="rId8" Type="http://schemas.openxmlformats.org/officeDocument/2006/relationships/slideLayout" Target="../slideLayouts/slideLayout18.xml"/><Relationship Id="rId9" Type="http://schemas.openxmlformats.org/officeDocument/2006/relationships/slideLayout" Target="../slideLayouts/slideLayout19.xml"/><Relationship Id="rId10" Type="http://schemas.openxmlformats.org/officeDocument/2006/relationships/theme" Target="../theme/theme3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image" Target="../media/image5.png"/></Relationships>
</file>

<file path=ppt/slideMasters/_rels/slideMaster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0.xml"/><Relationship Id="rId2" Type="http://schemas.openxmlformats.org/officeDocument/2006/relationships/slideLayout" Target="../slideLayouts/slideLayout21.xml"/><Relationship Id="rId3" Type="http://schemas.openxmlformats.org/officeDocument/2006/relationships/slideLayout" Target="../slideLayouts/slideLayout22.xml"/><Relationship Id="rId4" Type="http://schemas.openxmlformats.org/officeDocument/2006/relationships/slideLayout" Target="../slideLayouts/slideLayout23.xml"/><Relationship Id="rId5" Type="http://schemas.openxmlformats.org/officeDocument/2006/relationships/slideLayout" Target="../slideLayouts/slideLayout24.xml"/><Relationship Id="rId6" Type="http://schemas.openxmlformats.org/officeDocument/2006/relationships/slideLayout" Target="../slideLayouts/slideLayout25.xml"/><Relationship Id="rId7" Type="http://schemas.openxmlformats.org/officeDocument/2006/relationships/slideLayout" Target="../slideLayouts/slideLayout26.xml"/><Relationship Id="rId8" Type="http://schemas.openxmlformats.org/officeDocument/2006/relationships/slideLayout" Target="../slideLayouts/slideLayout27.xml"/><Relationship Id="rId9" Type="http://schemas.openxmlformats.org/officeDocument/2006/relationships/slideLayout" Target="../slideLayouts/slideLayout28.xml"/><Relationship Id="rId10" Type="http://schemas.openxmlformats.org/officeDocument/2006/relationships/theme" Target="../theme/theme4.xml"/><Relationship Id="rId11" Type="http://schemas.openxmlformats.org/officeDocument/2006/relationships/image" Target="../media/image1.png"/><Relationship Id="rId12" Type="http://schemas.openxmlformats.org/officeDocument/2006/relationships/image" Target="../media/image2.png"/><Relationship Id="rId13" Type="http://schemas.openxmlformats.org/officeDocument/2006/relationships/image" Target="../media/image3.png"/><Relationship Id="rId14" Type="http://schemas.openxmlformats.org/officeDocument/2006/relationships/image" Target="../media/image4.png"/><Relationship Id="rId15" Type="http://schemas.openxmlformats.org/officeDocument/2006/relationships/image" Target="../media/image5.png"/></Relationships>
</file>

<file path=ppt/slideMasters/_rels/slideMaster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9.xml"/><Relationship Id="rId2" Type="http://schemas.openxmlformats.org/officeDocument/2006/relationships/slideLayout" Target="../slideLayouts/slideLayout30.xml"/><Relationship Id="rId3" Type="http://schemas.openxmlformats.org/officeDocument/2006/relationships/slideLayout" Target="../slideLayouts/slideLayout31.xml"/><Relationship Id="rId4" Type="http://schemas.openxmlformats.org/officeDocument/2006/relationships/slideLayout" Target="../slideLayouts/slideLayout32.xml"/><Relationship Id="rId5" Type="http://schemas.openxmlformats.org/officeDocument/2006/relationships/slideLayout" Target="../slideLayouts/slideLayout33.xml"/><Relationship Id="rId6" Type="http://schemas.openxmlformats.org/officeDocument/2006/relationships/slideLayout" Target="../slideLayouts/slideLayout34.xml"/><Relationship Id="rId7" Type="http://schemas.openxmlformats.org/officeDocument/2006/relationships/slideLayout" Target="../slideLayouts/slideLayout35.xml"/><Relationship Id="rId8" Type="http://schemas.openxmlformats.org/officeDocument/2006/relationships/slideLayout" Target="../slideLayouts/slideLayout36.xml"/><Relationship Id="rId9" Type="http://schemas.openxmlformats.org/officeDocument/2006/relationships/slideLayout" Target="../slideLayouts/slideLayout37.xml"/><Relationship Id="rId10" Type="http://schemas.openxmlformats.org/officeDocument/2006/relationships/slideLayout" Target="../slideLayouts/slideLayout38.xml"/><Relationship Id="rId11" Type="http://schemas.openxmlformats.org/officeDocument/2006/relationships/slideLayout" Target="../slideLayouts/slideLayout39.xml"/><Relationship Id="rId12" Type="http://schemas.openxmlformats.org/officeDocument/2006/relationships/slideLayout" Target="../slideLayouts/slideLayout40.xml"/><Relationship Id="rId13" Type="http://schemas.openxmlformats.org/officeDocument/2006/relationships/slideLayout" Target="../slideLayouts/slideLayout41.xml"/><Relationship Id="rId14" Type="http://schemas.openxmlformats.org/officeDocument/2006/relationships/theme" Target="../theme/theme5.xml"/><Relationship Id="rId15" Type="http://schemas.openxmlformats.org/officeDocument/2006/relationships/image" Target="../media/image1.png"/><Relationship Id="rId16" Type="http://schemas.openxmlformats.org/officeDocument/2006/relationships/image" Target="../media/image2.png"/><Relationship Id="rId17" Type="http://schemas.openxmlformats.org/officeDocument/2006/relationships/image" Target="../media/image3.png"/><Relationship Id="rId18" Type="http://schemas.openxmlformats.org/officeDocument/2006/relationships/image" Target="../media/image4.png"/><Relationship Id="rId19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13"/>
          <p:cNvPicPr preferRelativeResize="0">
            <a:picLocks/>
          </p:cNvPicPr>
          <p:nvPr userDrawn="1"/>
        </p:nvPicPr>
        <p:blipFill rotWithShape="1"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4" b="13287"/>
          <a:stretch/>
        </p:blipFill>
        <p:spPr>
          <a:xfrm>
            <a:off x="1" y="-38338"/>
            <a:ext cx="4140649" cy="9677875"/>
          </a:xfrm>
          <a:prstGeom prst="rect">
            <a:avLst/>
          </a:prstGeom>
        </p:spPr>
      </p:pic>
      <p:sp>
        <p:nvSpPr>
          <p:cNvPr id="10" name="Rectangle 283"/>
          <p:cNvSpPr/>
          <p:nvPr userDrawn="1"/>
        </p:nvSpPr>
        <p:spPr>
          <a:xfrm>
            <a:off x="175768" y="646142"/>
            <a:ext cx="374539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YASKAWA Painting Shop Solution Provider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33" y="364912"/>
            <a:ext cx="3361663" cy="281233"/>
          </a:xfrm>
          <a:prstGeom prst="rect">
            <a:avLst/>
          </a:prstGeom>
        </p:spPr>
      </p:pic>
      <p:sp>
        <p:nvSpPr>
          <p:cNvPr id="12" name="날짜 개체 틀 3"/>
          <p:cNvSpPr txBox="1">
            <a:spLocks/>
          </p:cNvSpPr>
          <p:nvPr userDrawn="1"/>
        </p:nvSpPr>
        <p:spPr>
          <a:xfrm>
            <a:off x="13009425" y="8888060"/>
            <a:ext cx="3840980" cy="511175"/>
          </a:xfrm>
          <a:prstGeom prst="rect">
            <a:avLst/>
          </a:prstGeom>
        </p:spPr>
        <p:txBody>
          <a:bodyPr vert="horz" lIns="96025" tIns="48012" rIns="96025" bIns="48012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6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www.doolim-yaskawa.com</a:t>
            </a:r>
            <a:endParaRPr lang="ko-KR" altLang="en-US" sz="126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8710" y="8669692"/>
            <a:ext cx="302473" cy="302434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8" r="13639"/>
          <a:stretch/>
        </p:blipFill>
        <p:spPr>
          <a:xfrm>
            <a:off x="15643090" y="8669692"/>
            <a:ext cx="302473" cy="302434"/>
          </a:xfrm>
          <a:prstGeom prst="roundRect">
            <a:avLst/>
          </a:prstGeom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4328" y="8673999"/>
            <a:ext cx="302473" cy="30243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2719642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6" r:id="rId1"/>
    <p:sldLayoutId id="2147483700" r:id="rId2"/>
    <p:sldLayoutId id="2147483701" r:id="rId3"/>
    <p:sldLayoutId id="2147483705" r:id="rId4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  <p:hf sldNum="0" hdr="0" ftr="0"/>
  <p:txStyles>
    <p:titleStyle>
      <a:lvl1pPr algn="l" defTabSz="960221" rtl="0" eaLnBrk="1" latinLnBrk="1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55" indent="-240055" algn="l" defTabSz="960221" rtl="0" eaLnBrk="1" latinLnBrk="1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166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276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387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498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608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719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830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941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111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221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332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443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554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664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775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886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53441" y="384493"/>
            <a:ext cx="15361920" cy="16002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53441" y="2240282"/>
            <a:ext cx="15361920" cy="633634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53441" y="8898896"/>
            <a:ext cx="39827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D1E5B8D-F4E9-4A33-855C-50FBE264DA4D}" type="datetime1">
              <a:rPr lang="ko-KR" altLang="en-US" smtClean="0"/>
              <a:t>2026-02-20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5831844" y="8898896"/>
            <a:ext cx="54051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12232641" y="8898896"/>
            <a:ext cx="39827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6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424B503-5616-4F79-A092-63F8BBF31459}" type="slidenum">
              <a:rPr lang="ko-KR" altLang="en-US" smtClean="0"/>
              <a:t>‹#›</a:t>
            </a:fld>
            <a:endParaRPr lang="ko-KR" altLang="en-US"/>
          </a:p>
        </p:txBody>
      </p:sp>
      <p:sp>
        <p:nvSpPr>
          <p:cNvPr id="11" name="TextBox 10"/>
          <p:cNvSpPr txBox="1"/>
          <p:nvPr userDrawn="1"/>
        </p:nvSpPr>
        <p:spPr>
          <a:xfrm>
            <a:off x="14031075" y="114456"/>
            <a:ext cx="2914907" cy="2862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1260" dirty="0">
                <a:solidFill>
                  <a:schemeClr val="bg1">
                    <a:lumMod val="65000"/>
                  </a:schemeClr>
                </a:solidFill>
              </a:rPr>
              <a:t>www.doolim-yaskawa.com</a:t>
            </a:r>
            <a:endParaRPr lang="ko-KR" altLang="en-US" sz="126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2821189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8" r:id="rId1"/>
    <p:sldLayoutId id="2147483675" r:id="rId2"/>
    <p:sldLayoutId id="2147483679" r:id="rId3"/>
    <p:sldLayoutId id="2147483685" r:id="rId4"/>
    <p:sldLayoutId id="2147483682" r:id="rId5"/>
    <p:sldLayoutId id="2147483761" r:id="rId6"/>
  </p:sldLayoutIdLst>
  <p:hf sldNum="0" hdr="0" ftr="0"/>
  <p:txStyles>
    <p:titleStyle>
      <a:lvl1pPr algn="ctr" defTabSz="960221" rtl="0" eaLnBrk="1" latinLnBrk="1" hangingPunct="1"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60082" indent="-360082" algn="l" defTabSz="960221" rtl="0" eaLnBrk="1" latinLnBrk="1" hangingPunct="1">
        <a:spcBef>
          <a:spcPct val="200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1pPr>
      <a:lvl2pPr marL="780180" indent="-300069" algn="l" defTabSz="960221" rtl="0" eaLnBrk="1" latinLnBrk="1" hangingPunct="1">
        <a:spcBef>
          <a:spcPct val="20000"/>
        </a:spcBef>
        <a:buFont typeface="Arial" panose="020B0604020202020204" pitchFamily="34" charset="0"/>
        <a:buChar char="–"/>
        <a:defRPr sz="2940" kern="1200">
          <a:solidFill>
            <a:schemeClr val="tx1"/>
          </a:solidFill>
          <a:latin typeface="+mn-lt"/>
          <a:ea typeface="+mn-ea"/>
          <a:cs typeface="+mn-cs"/>
        </a:defRPr>
      </a:lvl2pPr>
      <a:lvl3pPr marL="1200276" indent="-240055" algn="l" defTabSz="960221" rtl="0" eaLnBrk="1" latinLnBrk="1" hangingPunct="1">
        <a:spcBef>
          <a:spcPct val="200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680387" indent="-240055" algn="l" defTabSz="960221" rtl="0" eaLnBrk="1" latinLnBrk="1" hangingPunct="1">
        <a:spcBef>
          <a:spcPct val="20000"/>
        </a:spcBef>
        <a:buFont typeface="Arial" panose="020B0604020202020204" pitchFamily="34" charset="0"/>
        <a:buChar char="–"/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60498" indent="-240055" algn="l" defTabSz="960221" rtl="0" eaLnBrk="1" latinLnBrk="1" hangingPunct="1">
        <a:spcBef>
          <a:spcPct val="20000"/>
        </a:spcBef>
        <a:buFont typeface="Arial" panose="020B0604020202020204" pitchFamily="34" charset="0"/>
        <a:buChar char="»"/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40608" indent="-240055" algn="l" defTabSz="960221" rtl="0" eaLnBrk="1" latinLnBrk="1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20719" indent="-240055" algn="l" defTabSz="960221" rtl="0" eaLnBrk="1" latinLnBrk="1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00830" indent="-240055" algn="l" defTabSz="960221" rtl="0" eaLnBrk="1" latinLnBrk="1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080941" indent="-240055" algn="l" defTabSz="960221" rtl="0" eaLnBrk="1" latinLnBrk="1" hangingPunct="1">
        <a:spcBef>
          <a:spcPct val="2000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111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221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332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443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554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664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775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886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13"/>
          <p:cNvPicPr preferRelativeResize="0">
            <a:picLocks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4" b="13287"/>
          <a:stretch/>
        </p:blipFill>
        <p:spPr>
          <a:xfrm>
            <a:off x="1" y="-38338"/>
            <a:ext cx="4140649" cy="9677875"/>
          </a:xfrm>
          <a:prstGeom prst="rect">
            <a:avLst/>
          </a:prstGeom>
        </p:spPr>
      </p:pic>
      <p:sp>
        <p:nvSpPr>
          <p:cNvPr id="10" name="Rectangle 283"/>
          <p:cNvSpPr/>
          <p:nvPr userDrawn="1"/>
        </p:nvSpPr>
        <p:spPr>
          <a:xfrm>
            <a:off x="175768" y="646142"/>
            <a:ext cx="374539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en-US" sz="1050" dirty="0">
                <a:solidFill>
                  <a:prstClr val="white">
                    <a:lumMod val="85000"/>
                  </a:prstClr>
                </a:solidFill>
                <a:ea typeface="Arial Unicode MS" panose="020B0604020202020204" pitchFamily="50" charset="-127"/>
                <a:cs typeface="Arial" panose="020B0604020202020204" pitchFamily="34" charset="0"/>
              </a:rPr>
              <a:t>YASKAWA Painting Shop Solution Provider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33" y="364912"/>
            <a:ext cx="3361663" cy="281233"/>
          </a:xfrm>
          <a:prstGeom prst="rect">
            <a:avLst/>
          </a:prstGeom>
        </p:spPr>
      </p:pic>
      <p:sp>
        <p:nvSpPr>
          <p:cNvPr id="12" name="날짜 개체 틀 3"/>
          <p:cNvSpPr txBox="1">
            <a:spLocks/>
          </p:cNvSpPr>
          <p:nvPr userDrawn="1"/>
        </p:nvSpPr>
        <p:spPr>
          <a:xfrm>
            <a:off x="13009425" y="8888060"/>
            <a:ext cx="3840980" cy="511175"/>
          </a:xfrm>
          <a:prstGeom prst="rect">
            <a:avLst/>
          </a:prstGeom>
        </p:spPr>
        <p:txBody>
          <a:bodyPr vert="horz" lIns="96025" tIns="48012" rIns="96025" bIns="48012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60" dirty="0">
                <a:solidFill>
                  <a:prstClr val="white">
                    <a:lumMod val="65000"/>
                  </a:prstClr>
                </a:solidFill>
                <a:cs typeface="Arial" panose="020B0604020202020204" pitchFamily="34" charset="0"/>
              </a:rPr>
              <a:t>www.doolim-yaskawa.com</a:t>
            </a:r>
            <a:endParaRPr lang="ko-KR" altLang="en-US" sz="1260" dirty="0">
              <a:solidFill>
                <a:prstClr val="white">
                  <a:lumMod val="65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8710" y="8669692"/>
            <a:ext cx="302473" cy="302434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8" r="13639"/>
          <a:stretch/>
        </p:blipFill>
        <p:spPr>
          <a:xfrm>
            <a:off x="15643090" y="8669692"/>
            <a:ext cx="302473" cy="302434"/>
          </a:xfrm>
          <a:prstGeom prst="roundRect">
            <a:avLst/>
          </a:prstGeom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4328" y="8673999"/>
            <a:ext cx="302473" cy="30243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8274398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4" r:id="rId1"/>
    <p:sldLayoutId id="2147483715" r:id="rId2"/>
    <p:sldLayoutId id="2147483716" r:id="rId3"/>
    <p:sldLayoutId id="2147483717" r:id="rId4"/>
    <p:sldLayoutId id="2147483718" r:id="rId5"/>
    <p:sldLayoutId id="2147483719" r:id="rId6"/>
    <p:sldLayoutId id="2147483720" r:id="rId7"/>
    <p:sldLayoutId id="2147483721" r:id="rId8"/>
    <p:sldLayoutId id="2147483722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  <p:hf sldNum="0" hdr="0" ftr="0"/>
  <p:txStyles>
    <p:titleStyle>
      <a:lvl1pPr algn="l" defTabSz="960221" rtl="0" eaLnBrk="1" latinLnBrk="1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55" indent="-240055" algn="l" defTabSz="960221" rtl="0" eaLnBrk="1" latinLnBrk="1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166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276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387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498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608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719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830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941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111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221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332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443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554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664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775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886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rafik 13"/>
          <p:cNvPicPr preferRelativeResize="0">
            <a:picLocks/>
          </p:cNvPicPr>
          <p:nvPr userDrawn="1"/>
        </p:nvPicPr>
        <p:blipFill rotWithShape="1"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4" b="13287"/>
          <a:stretch/>
        </p:blipFill>
        <p:spPr>
          <a:xfrm>
            <a:off x="1" y="-38338"/>
            <a:ext cx="4140649" cy="9677875"/>
          </a:xfrm>
          <a:prstGeom prst="rect">
            <a:avLst/>
          </a:prstGeom>
        </p:spPr>
      </p:pic>
      <p:sp>
        <p:nvSpPr>
          <p:cNvPr id="10" name="Rectangle 283"/>
          <p:cNvSpPr/>
          <p:nvPr userDrawn="1"/>
        </p:nvSpPr>
        <p:spPr>
          <a:xfrm>
            <a:off x="175768" y="646142"/>
            <a:ext cx="374539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en-US" sz="1050" dirty="0">
                <a:solidFill>
                  <a:prstClr val="white">
                    <a:lumMod val="85000"/>
                  </a:prstClr>
                </a:solidFill>
                <a:ea typeface="Arial Unicode MS" panose="020B0604020202020204" pitchFamily="50" charset="-127"/>
                <a:cs typeface="Arial" panose="020B0604020202020204" pitchFamily="34" charset="0"/>
              </a:rPr>
              <a:t>YASKAWA Painting Shop Solution Provider</a:t>
            </a: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33" y="364912"/>
            <a:ext cx="3361663" cy="281233"/>
          </a:xfrm>
          <a:prstGeom prst="rect">
            <a:avLst/>
          </a:prstGeom>
        </p:spPr>
      </p:pic>
      <p:sp>
        <p:nvSpPr>
          <p:cNvPr id="12" name="날짜 개체 틀 3"/>
          <p:cNvSpPr txBox="1">
            <a:spLocks/>
          </p:cNvSpPr>
          <p:nvPr userDrawn="1"/>
        </p:nvSpPr>
        <p:spPr>
          <a:xfrm>
            <a:off x="13009425" y="8888060"/>
            <a:ext cx="3840980" cy="511175"/>
          </a:xfrm>
          <a:prstGeom prst="rect">
            <a:avLst/>
          </a:prstGeom>
        </p:spPr>
        <p:txBody>
          <a:bodyPr vert="horz" lIns="96025" tIns="48012" rIns="96025" bIns="48012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altLang="ko-KR" sz="1260" dirty="0">
                <a:solidFill>
                  <a:prstClr val="white">
                    <a:lumMod val="65000"/>
                  </a:prstClr>
                </a:solidFill>
                <a:cs typeface="Arial" panose="020B0604020202020204" pitchFamily="34" charset="0"/>
              </a:rPr>
              <a:t>www.doolim-yaskawa.com</a:t>
            </a:r>
            <a:endParaRPr lang="ko-KR" altLang="en-US" sz="1260" dirty="0">
              <a:solidFill>
                <a:prstClr val="white">
                  <a:lumMod val="65000"/>
                </a:prstClr>
              </a:solidFill>
              <a:cs typeface="Arial" panose="020B0604020202020204" pitchFamily="34" charset="0"/>
            </a:endParaRPr>
          </a:p>
        </p:txBody>
      </p:sp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8710" y="8669692"/>
            <a:ext cx="302473" cy="302434"/>
          </a:xfrm>
          <a:prstGeom prst="rect">
            <a:avLst/>
          </a:prstGeom>
        </p:spPr>
      </p:pic>
      <p:pic>
        <p:nvPicPr>
          <p:cNvPr id="14" name="그림 13"/>
          <p:cNvPicPr>
            <a:picLocks noChangeAspect="1"/>
          </p:cNvPicPr>
          <p:nvPr userDrawn="1"/>
        </p:nvPicPr>
        <p:blipFill rotWithShape="1"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8" r="13639"/>
          <a:stretch/>
        </p:blipFill>
        <p:spPr>
          <a:xfrm>
            <a:off x="15643090" y="8669692"/>
            <a:ext cx="302473" cy="302434"/>
          </a:xfrm>
          <a:prstGeom prst="roundRect">
            <a:avLst/>
          </a:prstGeom>
        </p:spPr>
      </p:pic>
      <p:pic>
        <p:nvPicPr>
          <p:cNvPr id="15" name="그림 14"/>
          <p:cNvPicPr>
            <a:picLocks noChangeAspect="1"/>
          </p:cNvPicPr>
          <p:nvPr userDrawn="1"/>
        </p:nvPicPr>
        <p:blipFill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4328" y="8673999"/>
            <a:ext cx="302473" cy="30243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213759994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4" r:id="rId1"/>
    <p:sldLayoutId id="2147483725" r:id="rId2"/>
    <p:sldLayoutId id="2147483726" r:id="rId3"/>
    <p:sldLayoutId id="2147483727" r:id="rId4"/>
    <p:sldLayoutId id="2147483728" r:id="rId5"/>
    <p:sldLayoutId id="2147483729" r:id="rId6"/>
    <p:sldLayoutId id="2147483730" r:id="rId7"/>
    <p:sldLayoutId id="2147483731" r:id="rId8"/>
    <p:sldLayoutId id="2147483732" r:id="rId9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</p:bldLst>
  </p:timing>
  <p:hf sldNum="0" hdr="0" ftr="0"/>
  <p:txStyles>
    <p:titleStyle>
      <a:lvl1pPr algn="l" defTabSz="960221" rtl="0" eaLnBrk="1" latinLnBrk="1" hangingPunct="1">
        <a:lnSpc>
          <a:spcPct val="90000"/>
        </a:lnSpc>
        <a:spcBef>
          <a:spcPct val="0"/>
        </a:spcBef>
        <a:buNone/>
        <a:defRPr sz="462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40055" indent="-240055" algn="l" defTabSz="960221" rtl="0" eaLnBrk="1" latinLnBrk="1" hangingPunct="1">
        <a:lnSpc>
          <a:spcPct val="90000"/>
        </a:lnSpc>
        <a:spcBef>
          <a:spcPts val="1050"/>
        </a:spcBef>
        <a:buFont typeface="Arial" panose="020B0604020202020204" pitchFamily="34" charset="0"/>
        <a:buChar char="•"/>
        <a:defRPr sz="2940" kern="1200">
          <a:solidFill>
            <a:schemeClr val="tx1"/>
          </a:solidFill>
          <a:latin typeface="+mn-lt"/>
          <a:ea typeface="+mn-ea"/>
          <a:cs typeface="+mn-cs"/>
        </a:defRPr>
      </a:lvl1pPr>
      <a:lvl2pPr marL="720166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00276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680387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2160498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640608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3120719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600830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4080941" indent="-240055" algn="l" defTabSz="960221" rtl="0" eaLnBrk="1" latinLnBrk="1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1pPr>
      <a:lvl2pPr marL="480111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2pPr>
      <a:lvl3pPr marL="960221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3pPr>
      <a:lvl4pPr marL="1440332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4pPr>
      <a:lvl5pPr marL="1920443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5pPr>
      <a:lvl6pPr marL="2400554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6pPr>
      <a:lvl7pPr marL="2880664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7pPr>
      <a:lvl8pPr marL="3360775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8pPr>
      <a:lvl9pPr marL="3840886" algn="l" defTabSz="960221" rtl="0" eaLnBrk="1" latinLnBrk="1" hangingPunct="1">
        <a:defRPr sz="189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173480" y="511176"/>
            <a:ext cx="14721840" cy="185578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73480" y="2555875"/>
            <a:ext cx="14721840" cy="60918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7348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764DE79-268F-4C1A-8933-263129D2AF90}" type="datetimeFigureOut">
              <a:rPr lang="en-US" dirty="0"/>
              <a:t>2/20/2026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54040" y="8898891"/>
            <a:ext cx="576072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2054840" y="8898891"/>
            <a:ext cx="3840480" cy="51117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8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F63A3B-78C7-47BE-AE5E-E10140E04643}" type="slidenum">
              <a:rPr lang="en-US" dirty="0"/>
              <a:t>‹#›</a:t>
            </a:fld>
            <a:endParaRPr lang="en-US" dirty="0"/>
          </a:p>
        </p:txBody>
      </p:sp>
      <p:pic>
        <p:nvPicPr>
          <p:cNvPr id="7" name="Grafik 13"/>
          <p:cNvPicPr preferRelativeResize="0">
            <a:picLocks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74" b="13287"/>
          <a:stretch/>
        </p:blipFill>
        <p:spPr>
          <a:xfrm>
            <a:off x="1" y="-38338"/>
            <a:ext cx="4140649" cy="9677875"/>
          </a:xfrm>
          <a:prstGeom prst="rect">
            <a:avLst/>
          </a:prstGeom>
        </p:spPr>
      </p:pic>
      <p:sp>
        <p:nvSpPr>
          <p:cNvPr id="8" name="Rectangle 283"/>
          <p:cNvSpPr/>
          <p:nvPr userDrawn="1"/>
        </p:nvSpPr>
        <p:spPr>
          <a:xfrm>
            <a:off x="175768" y="646142"/>
            <a:ext cx="3745393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 latinLnBrk="0">
              <a:defRPr/>
            </a:pPr>
            <a:r>
              <a:rPr lang="en-US" sz="1050" dirty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ea typeface="Arial Unicode MS" panose="020B0604020202020204" pitchFamily="50" charset="-127"/>
                <a:cs typeface="Arial" panose="020B0604020202020204" pitchFamily="34" charset="0"/>
              </a:rPr>
              <a:t>YASKAWA Painting Shop Solution Provider</a:t>
            </a:r>
          </a:p>
        </p:txBody>
      </p:sp>
      <p:pic>
        <p:nvPicPr>
          <p:cNvPr id="9" name="그림 8"/>
          <p:cNvPicPr>
            <a:picLocks noChangeAspect="1"/>
          </p:cNvPicPr>
          <p:nvPr userDrawn="1"/>
        </p:nvPicPr>
        <p:blipFill>
          <a:blip r:embed="rId1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67633" y="364912"/>
            <a:ext cx="3361663" cy="281233"/>
          </a:xfrm>
          <a:prstGeom prst="rect">
            <a:avLst/>
          </a:prstGeom>
        </p:spPr>
      </p:pic>
      <p:sp>
        <p:nvSpPr>
          <p:cNvPr id="10" name="날짜 개체 틀 3"/>
          <p:cNvSpPr txBox="1">
            <a:spLocks/>
          </p:cNvSpPr>
          <p:nvPr userDrawn="1"/>
        </p:nvSpPr>
        <p:spPr>
          <a:xfrm>
            <a:off x="13009425" y="8888060"/>
            <a:ext cx="3840980" cy="511175"/>
          </a:xfrm>
          <a:prstGeom prst="rect">
            <a:avLst/>
          </a:prstGeom>
        </p:spPr>
        <p:txBody>
          <a:bodyPr vert="horz" lIns="96025" tIns="48012" rIns="96025" bIns="48012" rtlCol="0" anchor="ctr"/>
          <a:lstStyle>
            <a:defPPr>
              <a:defRPr lang="ko-KR"/>
            </a:defPPr>
            <a:lvl1pPr marL="0" algn="r" defTabSz="914400" rtl="0" eaLnBrk="1" latinLnBrk="1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1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en-US" altLang="ko-KR" sz="126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www.doolim-yaskawa.com</a:t>
            </a:r>
            <a:endParaRPr lang="ko-KR" altLang="en-US" sz="1260" dirty="0">
              <a:solidFill>
                <a:schemeClr val="bg1">
                  <a:lumMod val="6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1" name="그림 10"/>
          <p:cNvPicPr>
            <a:picLocks noChangeAspect="1"/>
          </p:cNvPicPr>
          <p:nvPr userDrawn="1"/>
        </p:nvPicPr>
        <p:blipFill>
          <a:blip r:embed="rId1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008710" y="8669692"/>
            <a:ext cx="302473" cy="302434"/>
          </a:xfrm>
          <a:prstGeom prst="rect">
            <a:avLst/>
          </a:prstGeom>
        </p:spPr>
      </p:pic>
      <p:pic>
        <p:nvPicPr>
          <p:cNvPr id="12" name="그림 11"/>
          <p:cNvPicPr>
            <a:picLocks noChangeAspect="1"/>
          </p:cNvPicPr>
          <p:nvPr userDrawn="1"/>
        </p:nvPicPr>
        <p:blipFill rotWithShape="1">
          <a:blip r:embed="rId1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5938" r="13639"/>
          <a:stretch/>
        </p:blipFill>
        <p:spPr>
          <a:xfrm>
            <a:off x="15643090" y="8669692"/>
            <a:ext cx="302473" cy="302434"/>
          </a:xfrm>
          <a:prstGeom prst="roundRect">
            <a:avLst/>
          </a:prstGeom>
        </p:spPr>
      </p:pic>
      <p:pic>
        <p:nvPicPr>
          <p:cNvPr id="13" name="그림 12"/>
          <p:cNvPicPr>
            <a:picLocks noChangeAspect="1"/>
          </p:cNvPicPr>
          <p:nvPr userDrawn="1"/>
        </p:nvPicPr>
        <p:blipFill>
          <a:blip r:embed="rId1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374328" y="8673999"/>
            <a:ext cx="302473" cy="302434"/>
          </a:xfrm>
          <a:prstGeom prst="roundRect">
            <a:avLst/>
          </a:prstGeom>
        </p:spPr>
      </p:pic>
    </p:spTree>
    <p:extLst>
      <p:ext uri="{BB962C8B-B14F-4D97-AF65-F5344CB8AC3E}">
        <p14:creationId xmlns:p14="http://schemas.microsoft.com/office/powerpoint/2010/main" val="38876106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50" r:id="rId3"/>
    <p:sldLayoutId id="2147483751" r:id="rId4"/>
    <p:sldLayoutId id="2147483752" r:id="rId5"/>
    <p:sldLayoutId id="2147483753" r:id="rId6"/>
    <p:sldLayoutId id="2147483754" r:id="rId7"/>
    <p:sldLayoutId id="2147483755" r:id="rId8"/>
    <p:sldLayoutId id="2147483756" r:id="rId9"/>
    <p:sldLayoutId id="2147483757" r:id="rId10"/>
    <p:sldLayoutId id="2147483758" r:id="rId11"/>
    <p:sldLayoutId id="2147483759" r:id="rId12"/>
    <p:sldLayoutId id="2147483760" r:id="rId13"/>
  </p:sldLayoutIdLs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</p:bldLst>
  </p:timing>
  <p:hf sldNum="0" hdr="0" ftr="0"/>
  <p:txStyles>
    <p:titleStyle>
      <a:lvl1pPr algn="l" defTabSz="1280160" rtl="0" eaLnBrk="1" latinLnBrk="1" hangingPunct="1">
        <a:lnSpc>
          <a:spcPct val="90000"/>
        </a:lnSpc>
        <a:spcBef>
          <a:spcPct val="0"/>
        </a:spcBef>
        <a:buNone/>
        <a:defRPr sz="61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20040" indent="-320040" algn="l" defTabSz="1280160" rtl="0" eaLnBrk="1" latinLnBrk="1" hangingPunct="1">
        <a:lnSpc>
          <a:spcPct val="90000"/>
        </a:lnSpc>
        <a:spcBef>
          <a:spcPts val="1400"/>
        </a:spcBef>
        <a:buFont typeface="Arial" panose="020B0604020202020204" pitchFamily="34" charset="0"/>
        <a:buChar char="•"/>
        <a:defRPr sz="3920" kern="1200">
          <a:solidFill>
            <a:schemeClr val="tx1"/>
          </a:solidFill>
          <a:latin typeface="+mn-lt"/>
          <a:ea typeface="+mn-ea"/>
          <a:cs typeface="+mn-cs"/>
        </a:defRPr>
      </a:lvl1pPr>
      <a:lvl2pPr marL="9601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3360" kern="1200">
          <a:solidFill>
            <a:schemeClr val="tx1"/>
          </a:solidFill>
          <a:latin typeface="+mn-lt"/>
          <a:ea typeface="+mn-ea"/>
          <a:cs typeface="+mn-cs"/>
        </a:defRPr>
      </a:lvl2pPr>
      <a:lvl3pPr marL="16002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22402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88036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52044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416052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80060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440680" indent="-320040" algn="l" defTabSz="1280160" rtl="0" eaLnBrk="1" latinLnBrk="1" hangingPunct="1">
        <a:lnSpc>
          <a:spcPct val="90000"/>
        </a:lnSpc>
        <a:spcBef>
          <a:spcPts val="7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400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2pPr>
      <a:lvl3pPr marL="12801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3pPr>
      <a:lvl4pPr marL="19202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4pPr>
      <a:lvl5pPr marL="256032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5pPr>
      <a:lvl6pPr marL="320040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6pPr>
      <a:lvl7pPr marL="384048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7pPr>
      <a:lvl8pPr marL="448056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8pPr>
      <a:lvl9pPr marL="5120640" algn="l" defTabSz="1280160" rtl="0" eaLnBrk="1" latinLnBrk="1" hangingPunct="1">
        <a:defRPr sz="25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0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7.png"/><Relationship Id="rId4" Type="http://schemas.microsoft.com/office/2007/relationships/hdphoto" Target="../media/hdphoto1.wdp"/><Relationship Id="rId5" Type="http://schemas.openxmlformats.org/officeDocument/2006/relationships/image" Target="../media/image8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image" Target="../media/image9.png"/><Relationship Id="rId3" Type="http://schemas.openxmlformats.org/officeDocument/2006/relationships/image" Target="../media/image10.png"/><Relationship Id="rId4" Type="http://schemas.openxmlformats.org/officeDocument/2006/relationships/package" Target="../embeddings/Microsoft_PowerPoint_Presentation.pptx"/><Relationship Id="rId5" Type="http://schemas.openxmlformats.org/officeDocument/2006/relationships/image" Target="../media/image11.emf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텍스트 개체 틀 5"/>
          <p:cNvSpPr>
            <a:spLocks noGrp="1"/>
          </p:cNvSpPr>
          <p:nvPr>
            <p:ph type="body" sz="quarter" idx="13"/>
          </p:nvPr>
        </p:nvSpPr>
        <p:spPr>
          <a:xfrm>
            <a:off x="5726088" y="3288432"/>
            <a:ext cx="10664476" cy="1663601"/>
          </a:xfrm>
        </p:spPr>
        <p:txBody>
          <a:bodyPr>
            <a:noAutofit/>
          </a:bodyPr>
          <a:lstStyle/>
          <a:p>
            <a:pPr algn="r"/>
            <a:r>
              <a:rPr lang="en-US" altLang="ko-KR" sz="4800" dirty="0">
                <a:latin typeface="+mj-ea"/>
                <a:ea typeface="+mj-ea"/>
              </a:rPr>
              <a:t>{고객} {공장} {라인}</a:t>
            </a:r>
          </a:p>
          <a:p>
            <a:r>
              <a:rPr lang="en-US" altLang="ko-KR" sz="4800" dirty="0">
                <a:latin typeface="+mj-ea"/>
                <a:ea typeface="+mj-ea"/>
              </a:rPr>
              <a:t>{공정} 교체</a:t>
            </a:r>
          </a:p>
          <a:p>
            <a:r>
              <a:rPr lang="en-US" altLang="ko-KR" sz="4800" dirty="0">
                <a:latin typeface="+mj-ea"/>
                <a:ea typeface="+mj-ea"/>
              </a:rPr>
              <a:t>사양정리</a:t>
            </a:r>
          </a:p>
        </p:txBody>
      </p:sp>
      <p:sp>
        <p:nvSpPr>
          <p:cNvPr id="7" name="텍스트 개체 틀 6"/>
          <p:cNvSpPr>
            <a:spLocks noGrp="1"/>
          </p:cNvSpPr>
          <p:nvPr>
            <p:ph type="body" sz="quarter" idx="14"/>
          </p:nvPr>
        </p:nvSpPr>
        <p:spPr>
          <a:xfrm>
            <a:off x="12836324" y="7320880"/>
            <a:ext cx="3554240" cy="378429"/>
          </a:xfrm>
        </p:spPr>
        <p:txBody>
          <a:bodyPr>
            <a:normAutofit fontScale="92500" lnSpcReduction="20000"/>
          </a:bodyPr>
          <a:lstStyle/>
          <a:p>
            <a:r>
              <a:rPr lang="en-US" altLang="ko-KR" b="1" dirty="0"/>
              <a:t>DOOLIM-YASKAWA</a:t>
            </a:r>
            <a:endParaRPr lang="ko-KR" altLang="en-US" b="1" dirty="0"/>
          </a:p>
        </p:txBody>
      </p:sp>
    </p:spTree>
    <p:extLst>
      <p:ext uri="{BB962C8B-B14F-4D97-AF65-F5344CB8AC3E}">
        <p14:creationId xmlns:p14="http://schemas.microsoft.com/office/powerpoint/2010/main" val="121064929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04" name="Group 1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6412477"/>
              </p:ext>
            </p:extLst>
          </p:nvPr>
        </p:nvGraphicFramePr>
        <p:xfrm>
          <a:off x="613515" y="2254053"/>
          <a:ext cx="15875673" cy="7099988"/>
        </p:xfrm>
        <a:graphic>
          <a:graphicData uri="http://schemas.openxmlformats.org/drawingml/2006/table">
            <a:tbl>
              <a:tblPr/>
              <a:tblGrid>
                <a:gridCol w="261687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9489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56390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38300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구분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j-ea"/>
                          <a:ea typeface="+mj-ea"/>
                        </a:rPr>
                        <a:t>{공정} ({라인})</a:t>
                      </a:r>
                      <a:endParaRPr kumimoji="1" lang="ko-KR" altLang="en-US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bg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bg1"/>
                          </a:solidFill>
                          <a:effectLst/>
                          <a:latin typeface="+mn-ea"/>
                          <a:ea typeface="+mn-ea"/>
                        </a:rPr>
                        <a:t>기타 사항</a:t>
                      </a: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1">
                        <a:lumMod val="90000"/>
                        <a:lumOff val="1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2034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Robot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{Robot 값}</a:t>
                      </a: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t>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Booth size (mm)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ko-KR" sz="1400" b="0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{Booth size (mm) 값}</a:t>
                      </a: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60221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6403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Basic Condition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{Basic Condition 값}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Body Size (mm)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{Body Size (mm) 값}</a:t>
                      </a: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Utility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kern="1200" baseline="0" dirty="0">
                          <a:solidFill>
                            <a:schemeClr val="tx1"/>
                          </a:solidFill>
                          <a:latin typeface="+mn-lt"/>
                          <a:ea typeface="+mn-ea"/>
                          <a:cs typeface="+mn-cs"/>
                        </a:rPr>
                        <a:t>{Utility 값}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t>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Bell Cleaner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{Bell Cleaner 값}</a:t>
                      </a: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98942">
                <a:tc>
                  <a:txBody>
                    <a:bodyPr/>
                    <a:lstStyle>
                      <a:lvl1pPr algn="l">
                        <a:spcBef>
                          <a:spcPct val="20000"/>
                        </a:spcBef>
                        <a:defRPr kumimoji="1" sz="28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1pPr>
                      <a:lvl2pPr algn="l">
                        <a:spcBef>
                          <a:spcPct val="20000"/>
                        </a:spcBef>
                        <a:defRPr kumimoji="1" sz="24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2pPr>
                      <a:lvl3pPr algn="l">
                        <a:spcBef>
                          <a:spcPct val="20000"/>
                        </a:spcBef>
                        <a:defRPr kumimoji="1" sz="2000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3pPr>
                      <a:lvl4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4pPr>
                      <a:lvl5pPr algn="l">
                        <a:spcBef>
                          <a:spcPct val="20000"/>
                        </a:spcBef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5pPr>
                      <a:lvl6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6pPr>
                      <a:lvl7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7pPr>
                      <a:lvl8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8pPr>
                      <a:lvl9pPr fontAlgn="base">
                        <a:spcBef>
                          <a:spcPct val="20000"/>
                        </a:spcBef>
                        <a:spcAft>
                          <a:spcPct val="0"/>
                        </a:spcAft>
                        <a:defRPr kumimoji="1">
                          <a:solidFill>
                            <a:schemeClr val="tx1"/>
                          </a:solidFill>
                          <a:latin typeface="굴림" charset="-127"/>
                          <a:ea typeface="굴림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Atomizer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kern="1200" baseline="0" dirty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+mn-cs"/>
                        </a:rPr>
                        <a:t>{Atomizer 값}</a:t>
                      </a:r>
                      <a:endParaRPr lang="en-US" altLang="ko-KR" sz="1400" b="0" i="0" u="none" strike="noStrike" kern="1200" baseline="0" dirty="0">
                        <a:solidFill>
                          <a:srgbClr val="0000FF"/>
                        </a:solidFill>
                        <a:latin typeface="+mj-ea"/>
                        <a:ea typeface="+mn-ea"/>
                        <a:cs typeface="+mn-cs"/>
                      </a:endParaRP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400" b="1" i="0" u="none" strike="noStrike" kern="1200" baseline="0" dirty="0">
                          <a:solidFill>
                            <a:srgbClr val="FF0000"/>
                          </a:solidFill>
                          <a:latin typeface="+mj-ea"/>
                          <a:ea typeface="+mn-ea"/>
                          <a:cs typeface="+mn-cs"/>
                        </a:rPr>
                        <a:t> </a:t>
                      </a: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Paint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{Paint 값}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426721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Color(CCV)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{Color(CCV) 값}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FGP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{FGP 값}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 Panel </a:t>
                      </a:r>
                    </a:p>
                  </a:txBody>
                  <a:tcPr marL="0" marR="0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{Panel 값}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Power Unit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{Power Unit 값}</a:t>
                      </a: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System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{System 값}</a:t>
                      </a: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113415" marR="113415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Training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{Training 값}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Schedule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{Schedule 값}</a:t>
                      </a: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FF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endParaRPr kumimoji="1" lang="en-US" altLang="ko-KR" sz="1400" b="1" i="0" u="none" strike="noStrike" cap="none" normalizeH="0" baseline="0" dirty="0">
                        <a:ln>
                          <a:noFill/>
                        </a:ln>
                        <a:solidFill>
                          <a:srgbClr val="0000FF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94717030"/>
                  </a:ext>
                </a:extLst>
              </a:tr>
              <a:tr h="39894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Stand by</a:t>
                      </a:r>
                    </a:p>
                  </a:txBody>
                  <a:tcPr marL="113415" marR="113415" marT="0" marB="0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tx2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{Stand by 값}</a:t>
                      </a: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</a:p>
                  </a:txBody>
                  <a:tcPr marL="0" marR="0" marT="37805" marB="37805" anchor="ctr"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</a:tbl>
          </a:graphicData>
        </a:graphic>
      </p:graphicFrame>
      <p:sp>
        <p:nvSpPr>
          <p:cNvPr id="228" name="Text Box 387"/>
          <p:cNvSpPr txBox="1">
            <a:spLocks noChangeArrowheads="1"/>
          </p:cNvSpPr>
          <p:nvPr/>
        </p:nvSpPr>
        <p:spPr bwMode="auto">
          <a:xfrm>
            <a:off x="613520" y="1560240"/>
            <a:ext cx="2351756" cy="49244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Total {N} robots</a:t>
            </a:r>
          </a:p>
          <a:p>
            <a:r>
              <a:rPr lang="en-US" altLang="ko-KR" sz="16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({라인별 대수})</a:t>
            </a:r>
          </a:p>
        </p:txBody>
      </p:sp>
      <p:sp>
        <p:nvSpPr>
          <p:cNvPr id="230" name="제목 1"/>
          <p:cNvSpPr txBox="1">
            <a:spLocks/>
          </p:cNvSpPr>
          <p:nvPr/>
        </p:nvSpPr>
        <p:spPr>
          <a:xfrm>
            <a:off x="305577" y="213293"/>
            <a:ext cx="12478457" cy="5146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221" rtl="0" eaLnBrk="1" latinLnBrk="1" hangingPunct="1">
              <a:spcBef>
                <a:spcPct val="0"/>
              </a:spcBef>
              <a:buNone/>
              <a:defRPr sz="2520" b="1" kern="1200" baseline="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{고객} {공장} {라인} {공정} 교체 사양정리</a:t>
            </a:r>
            <a:endParaRPr lang="en-US" altLang="ko-KR" sz="2800" dirty="0">
              <a:solidFill>
                <a:schemeClr val="accent6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5" name="Text Box 387">
            <a:extLst>
              <a:ext uri="{FF2B5EF4-FFF2-40B4-BE49-F238E27FC236}">
                <a16:creationId xmlns:a16="http://schemas.microsoft.com/office/drawing/2014/main" id="{330194B9-5631-C0DD-3903-9693A1BFD3E4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4295040" y="1206570"/>
            <a:ext cx="1620000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1" dirty="0">
                <a:latin typeface="맑은 고딕" panose="020B0503020000020004" pitchFamily="50" charset="-127"/>
                <a:ea typeface="맑은 고딕" panose="020B0503020000020004" pitchFamily="50" charset="-127"/>
              </a:rPr>
              <a:t>X  {라인 수} LINE</a:t>
            </a:r>
            <a:endParaRPr lang="ko-KR" altLang="en-US" sz="2000" b="1" dirty="0">
              <a:latin typeface="맑은 고딕" panose="020B0503020000020004" pitchFamily="50" charset="-127"/>
              <a:ea typeface="맑은 고딕" panose="020B0503020000020004" pitchFamily="50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6660489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305577" y="226356"/>
            <a:ext cx="12478457" cy="5146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221" rtl="0" eaLnBrk="1" latinLnBrk="1" hangingPunct="1">
              <a:spcBef>
                <a:spcPct val="0"/>
              </a:spcBef>
              <a:buNone/>
              <a:defRPr sz="2520" b="1" kern="1200" baseline="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{고객} {공장} {라인} {공정} 교체 사양정리</a:t>
            </a:r>
            <a:endParaRPr lang="en-US" altLang="ko-KR" sz="2800" dirty="0">
              <a:solidFill>
                <a:schemeClr val="accent6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5" name="Text Box 387">
            <a:extLst>
              <a:ext uri="{FF2B5EF4-FFF2-40B4-BE49-F238E27FC236}">
                <a16:creationId xmlns:a16="http://schemas.microsoft.com/office/drawing/2014/main" id="{093234B1-9DCE-E3B6-2DE0-2C6EA436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552" y="1416224"/>
            <a:ext cx="3168352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400" b="1" i="0" u="none" strike="noStrike" baseline="0" dirty="0">
                <a:latin typeface="+mj-ea"/>
                <a:ea typeface="+mj-ea"/>
              </a:rPr>
              <a:t>Master schedule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9" name="Text Box 387">
            <a:extLst>
              <a:ext uri="{FF2B5EF4-FFF2-40B4-BE49-F238E27FC236}">
                <a16:creationId xmlns:a16="http://schemas.microsoft.com/office/drawing/2014/main" id="{05BDDE57-33AA-3589-2884-4371FB9B5D2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73560" y="5664696"/>
            <a:ext cx="5472608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>
              <a:defRPr kumimoji="1" sz="2400" b="1" i="0" u="none" strike="noStrike" baseline="0">
                <a:latin typeface="+mj-ea"/>
                <a:ea typeface="+mj-ea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dirty="0" err="1"/>
              <a:t>{교육 일정 제목}</a:t>
            </a:r>
            <a:endParaRPr lang="ko-KR" altLang="en-US" dirty="0"/>
          </a:p>
        </p:txBody>
      </p:sp>
      <p:sp>
        <p:nvSpPr>
          <p:cNvPr id="2" name="Text Box 387">
            <a:extLst>
              <a:ext uri="{FF2B5EF4-FFF2-40B4-BE49-F238E27FC236}">
                <a16:creationId xmlns:a16="http://schemas.microsoft.com/office/drawing/2014/main" id="{2EDBC14D-9432-6784-47DD-85F3954951E1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8678416" y="5232648"/>
            <a:ext cx="734481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defPPr>
              <a:defRPr lang="ko-KR"/>
            </a:defPPr>
            <a:lvl1pPr>
              <a:defRPr kumimoji="1" sz="2400" b="1" i="0" u="none" strike="noStrike" baseline="0">
                <a:latin typeface="+mj-ea"/>
                <a:ea typeface="+mj-ea"/>
              </a:defRPr>
            </a:lvl1pPr>
            <a:lvl2pPr marL="742950" indent="-285750" eaLnBrk="0" hangingPunct="0">
              <a:defRPr kumimoji="1"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en-US" altLang="ko-KR" dirty="0">
                <a:solidFill>
                  <a:srgbClr val="0000FF"/>
                </a:solidFill>
              </a:rPr>
              <a:t>{일정 요약 한 줄}</a:t>
            </a:r>
          </a:p>
        </p:txBody>
      </p:sp>
    </p:spTree>
    <p:extLst>
      <p:ext uri="{BB962C8B-B14F-4D97-AF65-F5344CB8AC3E}">
        <p14:creationId xmlns:p14="http://schemas.microsoft.com/office/powerpoint/2010/main" val="132756825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305577" y="226356"/>
            <a:ext cx="12478457" cy="5146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221" rtl="0" eaLnBrk="1" latinLnBrk="1" hangingPunct="1">
              <a:spcBef>
                <a:spcPct val="0"/>
              </a:spcBef>
              <a:buNone/>
              <a:defRPr sz="2520" b="1" kern="1200" baseline="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{고객} {공장} {라인} {공정} 교체 사양정리</a:t>
            </a:r>
            <a:endParaRPr lang="en-US" altLang="ko-KR" sz="2800" dirty="0">
              <a:solidFill>
                <a:schemeClr val="accent6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5" name="Text Box 387">
            <a:extLst>
              <a:ext uri="{FF2B5EF4-FFF2-40B4-BE49-F238E27FC236}">
                <a16:creationId xmlns:a16="http://schemas.microsoft.com/office/drawing/2014/main" id="{093234B1-9DCE-E3B6-2DE0-2C6EA436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552" y="696144"/>
            <a:ext cx="2351756" cy="36933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2400" b="1" i="0" u="none" strike="noStrike" baseline="0" dirty="0">
                <a:latin typeface="+mj-ea"/>
                <a:ea typeface="+mj-ea"/>
              </a:rPr>
              <a:t>기타 사항</a:t>
            </a:r>
            <a:endParaRPr lang="ko-KR" altLang="en-US" sz="2000" b="1" dirty="0">
              <a:latin typeface="+mj-ea"/>
              <a:ea typeface="+mj-ea"/>
            </a:endParaRPr>
          </a:p>
        </p:txBody>
      </p:sp>
      <p:sp>
        <p:nvSpPr>
          <p:cNvPr id="2" name="Text Box 387">
            <a:extLst>
              <a:ext uri="{FF2B5EF4-FFF2-40B4-BE49-F238E27FC236}">
                <a16:creationId xmlns:a16="http://schemas.microsoft.com/office/drawing/2014/main" id="{9E692B3A-EF58-B0EC-DDA4-318F661A5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592" y="1128192"/>
            <a:ext cx="128894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800" b="1" i="0" u="none" strike="noStrike" baseline="0" dirty="0">
                <a:latin typeface="+mj-ea"/>
                <a:ea typeface="+mj-ea"/>
              </a:rPr>
              <a:t>□ {항목명} : {내용}</a:t>
            </a:r>
            <a:endParaRPr lang="ko-KR" altLang="en-US" sz="1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26909177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제목 1"/>
          <p:cNvSpPr txBox="1">
            <a:spLocks/>
          </p:cNvSpPr>
          <p:nvPr/>
        </p:nvSpPr>
        <p:spPr>
          <a:xfrm>
            <a:off x="305577" y="226356"/>
            <a:ext cx="12478457" cy="51463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60221" rtl="0" eaLnBrk="1" latinLnBrk="1" hangingPunct="1">
              <a:spcBef>
                <a:spcPct val="0"/>
              </a:spcBef>
              <a:buNone/>
              <a:defRPr sz="2520" b="1" kern="1200" baseline="0">
                <a:solidFill>
                  <a:srgbClr val="0070C0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800" dirty="0">
                <a:solidFill>
                  <a:schemeClr val="accent6">
                    <a:lumMod val="50000"/>
                  </a:schemeClr>
                </a:solidFill>
                <a:latin typeface="+mj-ea"/>
              </a:rPr>
              <a:t>{고객} {공장} {라인} {공정} 교체 사양정리</a:t>
            </a:r>
            <a:endParaRPr lang="en-US" altLang="ko-KR" sz="2800" dirty="0">
              <a:solidFill>
                <a:schemeClr val="accent6">
                  <a:lumMod val="50000"/>
                </a:schemeClr>
              </a:solidFill>
              <a:latin typeface="+mj-ea"/>
            </a:endParaRPr>
          </a:p>
        </p:txBody>
      </p:sp>
      <p:sp>
        <p:nvSpPr>
          <p:cNvPr id="5" name="Text Box 387">
            <a:extLst>
              <a:ext uri="{FF2B5EF4-FFF2-40B4-BE49-F238E27FC236}">
                <a16:creationId xmlns:a16="http://schemas.microsoft.com/office/drawing/2014/main" id="{093234B1-9DCE-E3B6-2DE0-2C6EA436544D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901552" y="1416224"/>
            <a:ext cx="2351756" cy="30777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en-US" altLang="ko-KR" sz="2000" b="1" dirty="0">
                <a:latin typeface="+mj-ea"/>
                <a:ea typeface="+mj-ea"/>
              </a:rPr>
              <a:t>PCS </a:t>
            </a:r>
            <a:r>
              <a:rPr lang="ko-KR" altLang="en-US" sz="2000" b="1" dirty="0">
                <a:latin typeface="+mj-ea"/>
                <a:ea typeface="+mj-ea"/>
              </a:rPr>
              <a:t>사항</a:t>
            </a:r>
          </a:p>
        </p:txBody>
      </p:sp>
      <p:sp>
        <p:nvSpPr>
          <p:cNvPr id="2" name="Text Box 387">
            <a:extLst>
              <a:ext uri="{FF2B5EF4-FFF2-40B4-BE49-F238E27FC236}">
                <a16:creationId xmlns:a16="http://schemas.microsoft.com/office/drawing/2014/main" id="{9E692B3A-EF58-B0EC-DDA4-318F661A5BD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261592" y="1992288"/>
            <a:ext cx="12889432" cy="27699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587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0" tIns="0" rIns="0" bIns="0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/>
            <a:r>
              <a:rPr lang="ko-KR" altLang="en-US" sz="1800" b="1" i="0" u="none" strike="noStrike" baseline="0" dirty="0">
                <a:latin typeface="+mj-ea"/>
                <a:ea typeface="+mj-ea"/>
              </a:rPr>
              <a:t>□ {항목명} : {내용}</a:t>
            </a:r>
            <a:endParaRPr lang="ko-KR" altLang="en-US" sz="1800" dirty="0">
              <a:latin typeface="+mj-ea"/>
              <a:ea typeface="+mj-ea"/>
            </a:endParaRPr>
          </a:p>
        </p:txBody>
      </p:sp>
    </p:spTree>
    <p:extLst>
      <p:ext uri="{BB962C8B-B14F-4D97-AF65-F5344CB8AC3E}">
        <p14:creationId xmlns:p14="http://schemas.microsoft.com/office/powerpoint/2010/main" val="7869884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27576219"/>
      </p:ext>
    </p:extLst>
  </p:cSld>
  <p:clrMapOvr>
    <a:masterClrMapping/>
  </p:clrMapOvr>
</p:sld>
</file>

<file path=ppt/theme/theme1.xml><?xml version="1.0" encoding="utf-8"?>
<a:theme xmlns:a="http://schemas.openxmlformats.org/drawingml/2006/main" name="디자인 사용자 지정">
  <a:themeElements>
    <a:clrScheme name="dooli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FFFFFF"/>
      </a:accent2>
      <a:accent3>
        <a:srgbClr val="6666FF"/>
      </a:accent3>
      <a:accent4>
        <a:srgbClr val="00B0F0"/>
      </a:accent4>
      <a:accent5>
        <a:srgbClr val="0070C0"/>
      </a:accent5>
      <a:accent6>
        <a:srgbClr val="002060"/>
      </a:accent6>
      <a:hlink>
        <a:srgbClr val="0563C1"/>
      </a:hlink>
      <a:folHlink>
        <a:srgbClr val="954F72"/>
      </a:folHlink>
    </a:clrScheme>
    <a:fontScheme name="사용자 지정 5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두림컬러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002060"/>
      </a:accent1>
      <a:accent2>
        <a:srgbClr val="FFFFFF"/>
      </a:accent2>
      <a:accent3>
        <a:srgbClr val="6666FF"/>
      </a:accent3>
      <a:accent4>
        <a:srgbClr val="00B0F0"/>
      </a:accent4>
      <a:accent5>
        <a:srgbClr val="900000"/>
      </a:accent5>
      <a:accent6>
        <a:srgbClr val="0042C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>
            <a:alpha val="4000"/>
          </a:schemeClr>
        </a:solidFill>
        <a:ln w="6350">
          <a:solidFill>
            <a:schemeClr val="tx1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txDef>
      <a:spPr/>
      <a:bodyPr vert="horz" lIns="91440" tIns="45720" rIns="91440" bIns="45720" rtlCol="0" anchor="t">
        <a:normAutofit lnSpcReduction="10000"/>
      </a:bodyPr>
      <a:lstStyle>
        <a:defPPr algn="r">
          <a:defRPr kumimoji="1" sz="4400" b="1" cap="none" dirty="0" smtClean="0">
            <a:solidFill>
              <a:schemeClr val="tx1">
                <a:lumMod val="95000"/>
                <a:lumOff val="5000"/>
              </a:schemeClr>
            </a:solidFill>
            <a:latin typeface="Corbel" panose="020B0503020204020204" pitchFamily="34" charset="0"/>
            <a:ea typeface="宋体"/>
          </a:defRPr>
        </a:defPPr>
      </a:lstStyle>
    </a:txDef>
  </a:objectDefaults>
  <a:extraClrSchemeLst/>
</a:theme>
</file>

<file path=ppt/theme/theme3.xml><?xml version="1.0" encoding="utf-8"?>
<a:theme xmlns:a="http://schemas.openxmlformats.org/drawingml/2006/main" name="1_디자인 사용자 지정">
  <a:themeElements>
    <a:clrScheme name="dooli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FFFFFF"/>
      </a:accent2>
      <a:accent3>
        <a:srgbClr val="6666FF"/>
      </a:accent3>
      <a:accent4>
        <a:srgbClr val="00B0F0"/>
      </a:accent4>
      <a:accent5>
        <a:srgbClr val="0070C0"/>
      </a:accent5>
      <a:accent6>
        <a:srgbClr val="002060"/>
      </a:accent6>
      <a:hlink>
        <a:srgbClr val="0563C1"/>
      </a:hlink>
      <a:folHlink>
        <a:srgbClr val="954F72"/>
      </a:folHlink>
    </a:clrScheme>
    <a:fontScheme name="사용자 지정 5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2_디자인 사용자 지정">
  <a:themeElements>
    <a:clrScheme name="doolim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C00000"/>
      </a:accent1>
      <a:accent2>
        <a:srgbClr val="FFFFFF"/>
      </a:accent2>
      <a:accent3>
        <a:srgbClr val="6666FF"/>
      </a:accent3>
      <a:accent4>
        <a:srgbClr val="00B0F0"/>
      </a:accent4>
      <a:accent5>
        <a:srgbClr val="0070C0"/>
      </a:accent5>
      <a:accent6>
        <a:srgbClr val="002060"/>
      </a:accent6>
      <a:hlink>
        <a:srgbClr val="0563C1"/>
      </a:hlink>
      <a:folHlink>
        <a:srgbClr val="954F72"/>
      </a:folHlink>
    </a:clrScheme>
    <a:fontScheme name="사용자 지정 5">
      <a:majorFont>
        <a:latin typeface="Arial"/>
        <a:ea typeface="맑은 고딕"/>
        <a:cs typeface=""/>
      </a:majorFont>
      <a:minorFont>
        <a:latin typeface="Arial"/>
        <a:ea typeface="맑은 고딕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3_디자인 사용자 지정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7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22353</TotalTime>
  <Words>955</Words>
  <Application>Microsoft Office PowerPoint</Application>
  <PresentationFormat>사용자 지정</PresentationFormat>
  <Paragraphs>100</Paragraphs>
  <Slides>6</Slides>
  <Notes>2</Notes>
  <HiddenSlides>0</HiddenSlides>
  <MMClips>0</MMClips>
  <ScaleCrop>false</ScaleCrop>
  <HeadingPairs>
    <vt:vector size="8" baseType="variant">
      <vt:variant>
        <vt:lpstr>사용한 글꼴</vt:lpstr>
      </vt:variant>
      <vt:variant>
        <vt:i4>9</vt:i4>
      </vt:variant>
      <vt:variant>
        <vt:lpstr>테마</vt:lpstr>
      </vt:variant>
      <vt:variant>
        <vt:i4>5</vt:i4>
      </vt:variant>
      <vt:variant>
        <vt:lpstr>포함된 OLE 서버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21" baseType="lpstr">
      <vt:lpstr>CIDFont+F1</vt:lpstr>
      <vt:lpstr>CIDFont+F2</vt:lpstr>
      <vt:lpstr>CIDFont+F3</vt:lpstr>
      <vt:lpstr>NotoSansKR-Regular</vt:lpstr>
      <vt:lpstr>맑은 고딕</vt:lpstr>
      <vt:lpstr>Arial</vt:lpstr>
      <vt:lpstr>Calibri</vt:lpstr>
      <vt:lpstr>Calibri Light</vt:lpstr>
      <vt:lpstr>Corbel</vt:lpstr>
      <vt:lpstr>디자인 사용자 지정</vt:lpstr>
      <vt:lpstr>Office 테마</vt:lpstr>
      <vt:lpstr>1_디자인 사용자 지정</vt:lpstr>
      <vt:lpstr>2_디자인 사용자 지정</vt:lpstr>
      <vt:lpstr>3_디자인 사용자 지정</vt:lpstr>
      <vt:lpstr>Presentation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김 경준</dc:creator>
  <cp:lastModifiedBy>백 인용</cp:lastModifiedBy>
  <cp:revision>1051</cp:revision>
  <cp:lastPrinted>2019-09-19T02:09:05Z</cp:lastPrinted>
  <dcterms:created xsi:type="dcterms:W3CDTF">2018-01-22T01:50:59Z</dcterms:created>
  <dcterms:modified xsi:type="dcterms:W3CDTF">2026-02-19T23:44:33Z</dcterms:modified>
</cp:coreProperties>
</file>